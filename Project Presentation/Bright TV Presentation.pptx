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2" r:id="rId2"/>
  </p:sldMasterIdLst>
  <p:notesMasterIdLst>
    <p:notesMasterId r:id="rId22"/>
  </p:notesMasterIdLst>
  <p:sldIdLst>
    <p:sldId id="256" r:id="rId3"/>
    <p:sldId id="257" r:id="rId4"/>
    <p:sldId id="268" r:id="rId5"/>
    <p:sldId id="258" r:id="rId6"/>
    <p:sldId id="272" r:id="rId7"/>
    <p:sldId id="259" r:id="rId8"/>
    <p:sldId id="273" r:id="rId9"/>
    <p:sldId id="260" r:id="rId10"/>
    <p:sldId id="274" r:id="rId11"/>
    <p:sldId id="261" r:id="rId12"/>
    <p:sldId id="275" r:id="rId13"/>
    <p:sldId id="262" r:id="rId14"/>
    <p:sldId id="276" r:id="rId15"/>
    <p:sldId id="269" r:id="rId16"/>
    <p:sldId id="277" r:id="rId17"/>
    <p:sldId id="270" r:id="rId18"/>
    <p:sldId id="278" r:id="rId19"/>
    <p:sldId id="271" r:id="rId20"/>
    <p:sldId id="266" r:id="rId2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3F3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498"/>
    <p:restoredTop sz="94618"/>
  </p:normalViewPr>
  <p:slideViewPr>
    <p:cSldViewPr snapToGrid="0">
      <p:cViewPr varScale="1">
        <p:scale>
          <a:sx n="155" d="100"/>
          <a:sy n="155" d="100"/>
        </p:scale>
        <p:origin x="592" y="-31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26F1B3-BE9D-2D4D-9C92-162DE7C2CA0F}" type="datetimeFigureOut">
              <a:rPr lang="en-US" smtClean="0"/>
              <a:t>4/23/26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D84FEC-5B11-4F4C-8366-1EFE6F4889AE}" type="slidenum">
              <a:rPr lang="en-US" smtClean="0"/>
              <a:t>‹#›</a:t>
            </a:fld>
            <a:endParaRPr lang="en-US"/>
          </a:p>
        </p:txBody>
      </p:sp>
    </p:spTree>
    <p:extLst>
      <p:ext uri="{BB962C8B-B14F-4D97-AF65-F5344CB8AC3E}">
        <p14:creationId xmlns:p14="http://schemas.microsoft.com/office/powerpoint/2010/main" val="3801612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D84FEC-5B11-4F4C-8366-1EFE6F4889AE}" type="slidenum">
              <a:rPr lang="en-US" smtClean="0"/>
              <a:t>4</a:t>
            </a:fld>
            <a:endParaRPr lang="en-US"/>
          </a:p>
        </p:txBody>
      </p:sp>
    </p:spTree>
    <p:extLst>
      <p:ext uri="{BB962C8B-B14F-4D97-AF65-F5344CB8AC3E}">
        <p14:creationId xmlns:p14="http://schemas.microsoft.com/office/powerpoint/2010/main" val="2391464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2342B-E149-C2CC-D832-DC35B7426C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36E45E-DC1C-6343-012B-7230FD8D17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B9F431-0A43-29B6-9A27-50C83359C8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170355-3672-E8FB-3479-E150CC6B4F39}"/>
              </a:ext>
            </a:extLst>
          </p:cNvPr>
          <p:cNvSpPr>
            <a:spLocks noGrp="1"/>
          </p:cNvSpPr>
          <p:nvPr>
            <p:ph type="sldNum" sz="quarter" idx="5"/>
          </p:nvPr>
        </p:nvSpPr>
        <p:spPr/>
        <p:txBody>
          <a:bodyPr/>
          <a:lstStyle/>
          <a:p>
            <a:fld id="{59D84FEC-5B11-4F4C-8366-1EFE6F4889AE}" type="slidenum">
              <a:rPr lang="en-US" smtClean="0"/>
              <a:t>5</a:t>
            </a:fld>
            <a:endParaRPr lang="en-US"/>
          </a:p>
        </p:txBody>
      </p:sp>
    </p:spTree>
    <p:extLst>
      <p:ext uri="{BB962C8B-B14F-4D97-AF65-F5344CB8AC3E}">
        <p14:creationId xmlns:p14="http://schemas.microsoft.com/office/powerpoint/2010/main" val="30813471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D84FEC-5B11-4F4C-8366-1EFE6F4889AE}" type="slidenum">
              <a:rPr lang="en-US" smtClean="0"/>
              <a:t>10</a:t>
            </a:fld>
            <a:endParaRPr lang="en-US"/>
          </a:p>
        </p:txBody>
      </p:sp>
    </p:spTree>
    <p:extLst>
      <p:ext uri="{BB962C8B-B14F-4D97-AF65-F5344CB8AC3E}">
        <p14:creationId xmlns:p14="http://schemas.microsoft.com/office/powerpoint/2010/main" val="28319039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8117C-E72A-B347-111D-E55B3E7373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B661A7-B007-8470-EBEF-EC7058E624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C858C7-412F-26B1-C3E2-BA55AE9368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FDF462-96BD-D429-6BEA-48D09E8C8759}"/>
              </a:ext>
            </a:extLst>
          </p:cNvPr>
          <p:cNvSpPr>
            <a:spLocks noGrp="1"/>
          </p:cNvSpPr>
          <p:nvPr>
            <p:ph type="sldNum" sz="quarter" idx="5"/>
          </p:nvPr>
        </p:nvSpPr>
        <p:spPr/>
        <p:txBody>
          <a:bodyPr/>
          <a:lstStyle/>
          <a:p>
            <a:fld id="{59D84FEC-5B11-4F4C-8366-1EFE6F4889AE}" type="slidenum">
              <a:rPr lang="en-US" smtClean="0"/>
              <a:t>11</a:t>
            </a:fld>
            <a:endParaRPr lang="en-US"/>
          </a:p>
        </p:txBody>
      </p:sp>
    </p:spTree>
    <p:extLst>
      <p:ext uri="{BB962C8B-B14F-4D97-AF65-F5344CB8AC3E}">
        <p14:creationId xmlns:p14="http://schemas.microsoft.com/office/powerpoint/2010/main" val="14214593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713160" y="1144440"/>
            <a:ext cx="4111920" cy="2378520"/>
          </a:xfrm>
          <a:prstGeom prst="rect">
            <a:avLst/>
          </a:prstGeom>
          <a:noFill/>
          <a:ln w="0">
            <a:noFill/>
          </a:ln>
        </p:spPr>
        <p:txBody>
          <a:bodyPr lIns="91440" tIns="91440" rIns="91440" bIns="91440" anchor="b">
            <a:noAutofit/>
          </a:bodyPr>
          <a:lstStyle/>
          <a:p>
            <a:pPr indent="0">
              <a:buNone/>
            </a:pPr>
            <a:r>
              <a:rPr lang="fr-FR" sz="5000" b="0" u="none" strike="noStrike">
                <a:solidFill>
                  <a:schemeClr val="dk1"/>
                </a:solidFill>
                <a:effectLst/>
                <a:uFillTx/>
                <a:latin typeface="Arial"/>
              </a:rPr>
              <a:t>Click to edit the title text format</a:t>
            </a:r>
          </a:p>
        </p:txBody>
      </p:sp>
      <p:sp>
        <p:nvSpPr>
          <p:cNvPr id="3" name="Google Shape;11;p2"/>
          <p:cNvSpPr/>
          <p:nvPr/>
        </p:nvSpPr>
        <p:spPr>
          <a:xfrm rot="10800000">
            <a:off x="-1604160" y="-844560"/>
            <a:ext cx="3281040" cy="2132280"/>
          </a:xfrm>
          <a:custGeom>
            <a:avLst/>
            <a:gdLst>
              <a:gd name="textAreaLeft" fmla="*/ 0 w 3281040"/>
              <a:gd name="textAreaRight" fmla="*/ 3281400 w 3281040"/>
              <a:gd name="textAreaTop" fmla="*/ 0 h 2132280"/>
              <a:gd name="textAreaBottom" fmla="*/ 2132640 h 213228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 name="Google Shape;12;p2"/>
          <p:cNvSpPr/>
          <p:nvPr/>
        </p:nvSpPr>
        <p:spPr>
          <a:xfrm rot="11700000" flipH="1">
            <a:off x="-1514520" y="4121280"/>
            <a:ext cx="3953160" cy="1921320"/>
          </a:xfrm>
          <a:custGeom>
            <a:avLst/>
            <a:gdLst>
              <a:gd name="textAreaLeft" fmla="*/ -360 w 3953160"/>
              <a:gd name="textAreaRight" fmla="*/ 3953160 w 3953160"/>
              <a:gd name="textAreaTop" fmla="*/ 0 h 1921320"/>
              <a:gd name="textAreaBottom" fmla="*/ 1921680 h 1921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713160" y="1477440"/>
            <a:ext cx="6575760" cy="1526400"/>
          </a:xfrm>
          <a:prstGeom prst="rect">
            <a:avLst/>
          </a:prstGeom>
          <a:noFill/>
          <a:ln w="0">
            <a:noFill/>
          </a:ln>
        </p:spPr>
        <p:txBody>
          <a:bodyPr lIns="91440" tIns="91440" rIns="91440" bIns="91440" anchor="b">
            <a:noAutofit/>
          </a:bodyPr>
          <a:lstStyle/>
          <a:p>
            <a:pPr indent="0">
              <a:lnSpc>
                <a:spcPct val="100000"/>
              </a:lnSpc>
              <a:buNone/>
            </a:pPr>
            <a:r>
              <a:rPr lang="fr-FR" sz="6000" b="1" u="none" strike="noStrike">
                <a:solidFill>
                  <a:schemeClr val="dk1"/>
                </a:solidFill>
                <a:effectLst/>
                <a:uFillTx/>
                <a:latin typeface="Epilogue"/>
                <a:ea typeface="Epilogue"/>
              </a:rPr>
              <a:t>xx%</a:t>
            </a:r>
            <a:endParaRPr lang="fr-FR" sz="6000" b="0" u="none" strike="noStrike">
              <a:solidFill>
                <a:schemeClr val="dk1"/>
              </a:solidFill>
              <a:effectLst/>
              <a:uFillTx/>
              <a:latin typeface="Arial"/>
            </a:endParaRPr>
          </a:p>
        </p:txBody>
      </p:sp>
      <p:sp>
        <p:nvSpPr>
          <p:cNvPr id="7" name="Google Shape;164;p11"/>
          <p:cNvSpPr/>
          <p:nvPr/>
        </p:nvSpPr>
        <p:spPr>
          <a:xfrm rot="19699800" flipH="1">
            <a:off x="-500400" y="-435960"/>
            <a:ext cx="1729080" cy="1397880"/>
          </a:xfrm>
          <a:custGeom>
            <a:avLst/>
            <a:gdLst>
              <a:gd name="textAreaLeft" fmla="*/ -360 w 1729080"/>
              <a:gd name="textAreaRight" fmla="*/ 1729080 w 1729080"/>
              <a:gd name="textAreaTop" fmla="*/ 0 h 1397880"/>
              <a:gd name="textAreaBottom" fmla="*/ 1398240 h 139788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 name="Google Shape;165;p11"/>
          <p:cNvSpPr/>
          <p:nvPr/>
        </p:nvSpPr>
        <p:spPr>
          <a:xfrm rot="18336600" flipH="1">
            <a:off x="5846760" y="3927960"/>
            <a:ext cx="2997360" cy="2575800"/>
          </a:xfrm>
          <a:custGeom>
            <a:avLst/>
            <a:gdLst>
              <a:gd name="textAreaLeft" fmla="*/ 360 w 2997360"/>
              <a:gd name="textAreaRight" fmla="*/ 2998080 w 2997360"/>
              <a:gd name="textAreaTop" fmla="*/ 0 h 2575800"/>
              <a:gd name="textAreaBottom" fmla="*/ 2576160 h 257580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 name="Google Shape;166;p11"/>
          <p:cNvSpPr/>
          <p:nvPr/>
        </p:nvSpPr>
        <p:spPr>
          <a:xfrm rot="460800" flipH="1">
            <a:off x="6386400" y="-1517040"/>
            <a:ext cx="4086720" cy="3304440"/>
          </a:xfrm>
          <a:custGeom>
            <a:avLst/>
            <a:gdLst>
              <a:gd name="textAreaLeft" fmla="*/ 360 w 4086720"/>
              <a:gd name="textAreaRight" fmla="*/ 4087440 w 4086720"/>
              <a:gd name="textAreaTop" fmla="*/ 0 h 3304440"/>
              <a:gd name="textAreaBottom" fmla="*/ 3304800 h 33044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 name="Google Shape;167;p11"/>
          <p:cNvSpPr/>
          <p:nvPr/>
        </p:nvSpPr>
        <p:spPr>
          <a:xfrm rot="531600" flipH="1">
            <a:off x="-1223640" y="3829320"/>
            <a:ext cx="2902680" cy="2346840"/>
          </a:xfrm>
          <a:custGeom>
            <a:avLst/>
            <a:gdLst>
              <a:gd name="textAreaLeft" fmla="*/ -360 w 2902680"/>
              <a:gd name="textAreaRight" fmla="*/ 2902680 w 2902680"/>
              <a:gd name="textAreaTop" fmla="*/ 0 h 2346840"/>
              <a:gd name="textAreaBottom" fmla="*/ 2347200 h 23468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1" name="Google Shape;168;p11"/>
          <p:cNvGrpSpPr/>
          <p:nvPr/>
        </p:nvGrpSpPr>
        <p:grpSpPr>
          <a:xfrm>
            <a:off x="7441560" y="289800"/>
            <a:ext cx="1366560" cy="1381680"/>
            <a:chOff x="7441560" y="289800"/>
            <a:chExt cx="1366560" cy="1381680"/>
          </a:xfrm>
        </p:grpSpPr>
        <p:sp>
          <p:nvSpPr>
            <p:cNvPr id="12" name="Google Shape;169;p11"/>
            <p:cNvSpPr/>
            <p:nvPr/>
          </p:nvSpPr>
          <p:spPr>
            <a:xfrm>
              <a:off x="7568640" y="416880"/>
              <a:ext cx="1239480" cy="1254600"/>
            </a:xfrm>
            <a:custGeom>
              <a:avLst/>
              <a:gdLst>
                <a:gd name="textAreaLeft" fmla="*/ 0 w 1239480"/>
                <a:gd name="textAreaRight" fmla="*/ 1239840 w 1239480"/>
                <a:gd name="textAreaTop" fmla="*/ 0 h 1254600"/>
                <a:gd name="textAreaBottom" fmla="*/ 1254960 h 1254600"/>
              </a:gdLst>
              <a:ahLst/>
              <a:cxnLst/>
              <a:rect l="textAreaLeft" t="textAreaTop" r="textAreaRight" b="textAreaBottom"/>
              <a:pathLst>
                <a:path w="1959864" h="1983676">
                  <a:moveTo>
                    <a:pt x="1868520" y="0"/>
                  </a:moveTo>
                  <a:lnTo>
                    <a:pt x="91345" y="0"/>
                  </a:lnTo>
                  <a:cubicBezTo>
                    <a:pt x="40958" y="0"/>
                    <a:pt x="0" y="40958"/>
                    <a:pt x="0" y="91345"/>
                  </a:cubicBezTo>
                  <a:lnTo>
                    <a:pt x="0" y="1892427"/>
                  </a:lnTo>
                  <a:cubicBezTo>
                    <a:pt x="0" y="1942814"/>
                    <a:pt x="40958" y="1983677"/>
                    <a:pt x="91345" y="1983677"/>
                  </a:cubicBezTo>
                  <a:lnTo>
                    <a:pt x="1868520" y="1983677"/>
                  </a:lnTo>
                  <a:cubicBezTo>
                    <a:pt x="1918906" y="1983677"/>
                    <a:pt x="1959864" y="1942814"/>
                    <a:pt x="1959864" y="1892427"/>
                  </a:cubicBezTo>
                  <a:lnTo>
                    <a:pt x="1959864" y="91345"/>
                  </a:lnTo>
                  <a:cubicBezTo>
                    <a:pt x="1959864" y="40958"/>
                    <a:pt x="1918906" y="0"/>
                    <a:pt x="1868520"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 name="Google Shape;170;p11"/>
            <p:cNvSpPr/>
            <p:nvPr/>
          </p:nvSpPr>
          <p:spPr>
            <a:xfrm>
              <a:off x="7505280" y="289800"/>
              <a:ext cx="1239480" cy="1254600"/>
            </a:xfrm>
            <a:custGeom>
              <a:avLst/>
              <a:gdLst>
                <a:gd name="textAreaLeft" fmla="*/ 0 w 1239480"/>
                <a:gd name="textAreaRight" fmla="*/ 1239840 w 1239480"/>
                <a:gd name="textAreaTop" fmla="*/ 0 h 1254600"/>
                <a:gd name="textAreaBottom" fmla="*/ 1254960 h 1254600"/>
              </a:gdLst>
              <a:ahLst/>
              <a:cxnLst/>
              <a:rect l="textAreaLeft" t="textAreaTop" r="textAreaRight" b="textAreaBottom"/>
              <a:pathLst>
                <a:path w="1959864" h="1983676">
                  <a:moveTo>
                    <a:pt x="1868519" y="0"/>
                  </a:moveTo>
                  <a:lnTo>
                    <a:pt x="91345" y="0"/>
                  </a:lnTo>
                  <a:cubicBezTo>
                    <a:pt x="40958" y="0"/>
                    <a:pt x="0" y="40958"/>
                    <a:pt x="0" y="91345"/>
                  </a:cubicBezTo>
                  <a:lnTo>
                    <a:pt x="0" y="1892427"/>
                  </a:lnTo>
                  <a:cubicBezTo>
                    <a:pt x="0" y="1942814"/>
                    <a:pt x="40958" y="1983677"/>
                    <a:pt x="91345" y="1983677"/>
                  </a:cubicBezTo>
                  <a:lnTo>
                    <a:pt x="1868519" y="1983677"/>
                  </a:lnTo>
                  <a:cubicBezTo>
                    <a:pt x="1918907" y="1983677"/>
                    <a:pt x="1959865" y="1942814"/>
                    <a:pt x="1959865" y="1892427"/>
                  </a:cubicBezTo>
                  <a:lnTo>
                    <a:pt x="1959865" y="91345"/>
                  </a:lnTo>
                  <a:cubicBezTo>
                    <a:pt x="1959865" y="40958"/>
                    <a:pt x="1918907" y="0"/>
                    <a:pt x="1868519"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4" name="Google Shape;171;p11"/>
            <p:cNvGrpSpPr/>
            <p:nvPr/>
          </p:nvGrpSpPr>
          <p:grpSpPr>
            <a:xfrm>
              <a:off x="7441560" y="353520"/>
              <a:ext cx="1237680" cy="1252800"/>
              <a:chOff x="7441560" y="353520"/>
              <a:chExt cx="1237680" cy="1252800"/>
            </a:xfrm>
          </p:grpSpPr>
          <p:sp>
            <p:nvSpPr>
              <p:cNvPr id="15" name="Google Shape;172;p11"/>
              <p:cNvSpPr/>
              <p:nvPr/>
            </p:nvSpPr>
            <p:spPr>
              <a:xfrm>
                <a:off x="7441560" y="353520"/>
                <a:ext cx="1237680" cy="1252800"/>
              </a:xfrm>
              <a:custGeom>
                <a:avLst/>
                <a:gdLst>
                  <a:gd name="textAreaLeft" fmla="*/ 0 w 1237680"/>
                  <a:gd name="textAreaRight" fmla="*/ 1238040 w 1237680"/>
                  <a:gd name="textAreaTop" fmla="*/ 0 h 1252800"/>
                  <a:gd name="textAreaBottom" fmla="*/ 1253160 h 1252800"/>
                </a:gdLst>
                <a:ahLst/>
                <a:cxnLst/>
                <a:rect l="textAreaLeft" t="textAreaTop" r="textAreaRight" b="textAreaBottom"/>
                <a:pathLst>
                  <a:path w="1959864" h="1983676">
                    <a:moveTo>
                      <a:pt x="1959864" y="91345"/>
                    </a:moveTo>
                    <a:lnTo>
                      <a:pt x="1959864" y="1892427"/>
                    </a:lnTo>
                    <a:cubicBezTo>
                      <a:pt x="1959864" y="1942814"/>
                      <a:pt x="1918907" y="1983677"/>
                      <a:pt x="1868520" y="1983677"/>
                    </a:cubicBezTo>
                    <a:lnTo>
                      <a:pt x="91345" y="1983677"/>
                    </a:lnTo>
                    <a:cubicBezTo>
                      <a:pt x="40958" y="1983677"/>
                      <a:pt x="0" y="1942814"/>
                      <a:pt x="0" y="1892427"/>
                    </a:cubicBezTo>
                    <a:lnTo>
                      <a:pt x="0" y="91345"/>
                    </a:lnTo>
                    <a:cubicBezTo>
                      <a:pt x="0" y="40958"/>
                      <a:pt x="40958" y="0"/>
                      <a:pt x="91345" y="0"/>
                    </a:cubicBezTo>
                    <a:lnTo>
                      <a:pt x="1868520" y="0"/>
                    </a:lnTo>
                    <a:cubicBezTo>
                      <a:pt x="1918907" y="0"/>
                      <a:pt x="1959864" y="40958"/>
                      <a:pt x="1959864" y="91345"/>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 name="Google Shape;173;p11"/>
              <p:cNvSpPr/>
              <p:nvPr/>
            </p:nvSpPr>
            <p:spPr>
              <a:xfrm>
                <a:off x="7441560" y="353520"/>
                <a:ext cx="1237680" cy="108360"/>
              </a:xfrm>
              <a:custGeom>
                <a:avLst/>
                <a:gdLst>
                  <a:gd name="textAreaLeft" fmla="*/ 0 w 1237680"/>
                  <a:gd name="textAreaRight" fmla="*/ 1238040 w 1237680"/>
                  <a:gd name="textAreaTop" fmla="*/ 0 h 108360"/>
                  <a:gd name="textAreaBottom" fmla="*/ 108720 h 108360"/>
                </a:gdLst>
                <a:ahLst/>
                <a:cxnLst/>
                <a:rect l="textAreaLeft" t="textAreaTop" r="textAreaRight" b="textAreaBottom"/>
                <a:pathLst>
                  <a:path w="1959958" h="172307">
                    <a:moveTo>
                      <a:pt x="1959959" y="91345"/>
                    </a:moveTo>
                    <a:lnTo>
                      <a:pt x="1959959" y="172307"/>
                    </a:lnTo>
                    <a:lnTo>
                      <a:pt x="0" y="172307"/>
                    </a:lnTo>
                    <a:lnTo>
                      <a:pt x="0" y="91345"/>
                    </a:lnTo>
                    <a:cubicBezTo>
                      <a:pt x="0" y="40958"/>
                      <a:pt x="40957" y="0"/>
                      <a:pt x="91344" y="0"/>
                    </a:cubicBezTo>
                    <a:lnTo>
                      <a:pt x="1868519" y="0"/>
                    </a:lnTo>
                    <a:cubicBezTo>
                      <a:pt x="1918906" y="0"/>
                      <a:pt x="1959864" y="40958"/>
                      <a:pt x="1959864" y="91345"/>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7" name="Google Shape;174;p11"/>
              <p:cNvGrpSpPr/>
              <p:nvPr/>
            </p:nvGrpSpPr>
            <p:grpSpPr>
              <a:xfrm>
                <a:off x="7498800" y="394920"/>
                <a:ext cx="160920" cy="40320"/>
                <a:chOff x="7498800" y="394920"/>
                <a:chExt cx="160920" cy="40320"/>
              </a:xfrm>
            </p:grpSpPr>
            <p:sp>
              <p:nvSpPr>
                <p:cNvPr id="18" name="Google Shape;175;p11"/>
                <p:cNvSpPr/>
                <p:nvPr/>
              </p:nvSpPr>
              <p:spPr>
                <a:xfrm>
                  <a:off x="7619400" y="394920"/>
                  <a:ext cx="40320" cy="40320"/>
                </a:xfrm>
                <a:custGeom>
                  <a:avLst/>
                  <a:gdLst>
                    <a:gd name="textAreaLeft" fmla="*/ 0 w 40320"/>
                    <a:gd name="textAreaRight" fmla="*/ 40680 w 40320"/>
                    <a:gd name="textAreaTop" fmla="*/ 0 h 40320"/>
                    <a:gd name="textAreaBottom" fmla="*/ 40680 h 40320"/>
                  </a:gdLst>
                  <a:ahLst/>
                  <a:cxnLst/>
                  <a:rect l="textAreaLeft" t="textAreaTop" r="textAreaRight" b="textAreaBottom"/>
                  <a:pathLst>
                    <a:path w="64389" h="64389">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 name="Google Shape;176;p11"/>
                <p:cNvSpPr/>
                <p:nvPr/>
              </p:nvSpPr>
              <p:spPr>
                <a:xfrm>
                  <a:off x="7559280" y="394920"/>
                  <a:ext cx="40320" cy="40320"/>
                </a:xfrm>
                <a:custGeom>
                  <a:avLst/>
                  <a:gdLst>
                    <a:gd name="textAreaLeft" fmla="*/ 0 w 40320"/>
                    <a:gd name="textAreaRight" fmla="*/ 40680 w 40320"/>
                    <a:gd name="textAreaTop" fmla="*/ 0 h 40320"/>
                    <a:gd name="textAreaBottom" fmla="*/ 40680 h 40320"/>
                  </a:gdLst>
                  <a:ahLst/>
                  <a:cxnLst/>
                  <a:rect l="textAreaLeft" t="textAreaTop" r="textAreaRight" b="textAreaBottom"/>
                  <a:pathLst>
                    <a:path w="64389" h="64389">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 name="Google Shape;177;p11"/>
                <p:cNvSpPr/>
                <p:nvPr/>
              </p:nvSpPr>
              <p:spPr>
                <a:xfrm>
                  <a:off x="7498800" y="394920"/>
                  <a:ext cx="40320" cy="40320"/>
                </a:xfrm>
                <a:custGeom>
                  <a:avLst/>
                  <a:gdLst>
                    <a:gd name="textAreaLeft" fmla="*/ 0 w 40320"/>
                    <a:gd name="textAreaRight" fmla="*/ 40680 w 40320"/>
                    <a:gd name="textAreaTop" fmla="*/ 0 h 40320"/>
                    <a:gd name="textAreaBottom" fmla="*/ 40680 h 40320"/>
                  </a:gdLst>
                  <a:ahLst/>
                  <a:cxnLst/>
                  <a:rect l="textAreaLeft" t="textAreaTop" r="textAreaRight" b="textAreaBottom"/>
                  <a:pathLst>
                    <a:path w="64389" h="64389">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21" name="Google Shape;178;p11"/>
            <p:cNvGrpSpPr/>
            <p:nvPr/>
          </p:nvGrpSpPr>
          <p:grpSpPr>
            <a:xfrm>
              <a:off x="7612200" y="595080"/>
              <a:ext cx="896400" cy="922320"/>
              <a:chOff x="7612200" y="595080"/>
              <a:chExt cx="896400" cy="922320"/>
            </a:xfrm>
          </p:grpSpPr>
          <p:grpSp>
            <p:nvGrpSpPr>
              <p:cNvPr id="22" name="Google Shape;179;p11"/>
              <p:cNvGrpSpPr/>
              <p:nvPr/>
            </p:nvGrpSpPr>
            <p:grpSpPr>
              <a:xfrm>
                <a:off x="7612200" y="1245600"/>
                <a:ext cx="381960" cy="264960"/>
                <a:chOff x="7612200" y="1245600"/>
                <a:chExt cx="381960" cy="264960"/>
              </a:xfrm>
            </p:grpSpPr>
            <p:sp>
              <p:nvSpPr>
                <p:cNvPr id="23" name="Google Shape;180;p11"/>
                <p:cNvSpPr/>
                <p:nvPr/>
              </p:nvSpPr>
              <p:spPr>
                <a:xfrm>
                  <a:off x="7612200" y="1245600"/>
                  <a:ext cx="149400" cy="33120"/>
                </a:xfrm>
                <a:custGeom>
                  <a:avLst/>
                  <a:gdLst>
                    <a:gd name="textAreaLeft" fmla="*/ 0 w 149400"/>
                    <a:gd name="textAreaRight" fmla="*/ 149760 w 149400"/>
                    <a:gd name="textAreaTop" fmla="*/ 0 h 33120"/>
                    <a:gd name="textAreaBottom" fmla="*/ 33480 h 33120"/>
                  </a:gdLst>
                  <a:ahLst/>
                  <a:cxnLst/>
                  <a:rect l="textAreaLeft" t="textAreaTop" r="textAreaRight" b="textAreaBottom"/>
                  <a:pathLst>
                    <a:path w="237077" h="52959">
                      <a:moveTo>
                        <a:pt x="0" y="0"/>
                      </a:moveTo>
                      <a:lnTo>
                        <a:pt x="237077" y="0"/>
                      </a:lnTo>
                      <a:lnTo>
                        <a:pt x="2370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 name="Google Shape;181;p11"/>
                <p:cNvSpPr/>
                <p:nvPr/>
              </p:nvSpPr>
              <p:spPr>
                <a:xfrm>
                  <a:off x="7775280" y="1245600"/>
                  <a:ext cx="114840" cy="33120"/>
                </a:xfrm>
                <a:custGeom>
                  <a:avLst/>
                  <a:gdLst>
                    <a:gd name="textAreaLeft" fmla="*/ 0 w 114840"/>
                    <a:gd name="textAreaRight" fmla="*/ 115200 w 114840"/>
                    <a:gd name="textAreaTop" fmla="*/ 0 h 33120"/>
                    <a:gd name="textAreaBottom" fmla="*/ 33480 h 33120"/>
                  </a:gdLst>
                  <a:ahLst/>
                  <a:cxnLst/>
                  <a:rect l="textAreaLeft" t="textAreaTop" r="textAreaRight" b="textAreaBottom"/>
                  <a:pathLst>
                    <a:path w="182498" h="52959">
                      <a:moveTo>
                        <a:pt x="0" y="0"/>
                      </a:moveTo>
                      <a:lnTo>
                        <a:pt x="182499" y="0"/>
                      </a:lnTo>
                      <a:lnTo>
                        <a:pt x="182499"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 name="Google Shape;182;p11"/>
                <p:cNvSpPr/>
                <p:nvPr/>
              </p:nvSpPr>
              <p:spPr>
                <a:xfrm>
                  <a:off x="7902720" y="1245600"/>
                  <a:ext cx="91080" cy="33120"/>
                </a:xfrm>
                <a:custGeom>
                  <a:avLst/>
                  <a:gdLst>
                    <a:gd name="textAreaLeft" fmla="*/ 0 w 91080"/>
                    <a:gd name="textAreaRight" fmla="*/ 91440 w 91080"/>
                    <a:gd name="textAreaTop" fmla="*/ 0 h 33120"/>
                    <a:gd name="textAreaBottom" fmla="*/ 33480 h 33120"/>
                  </a:gdLst>
                  <a:ahLst/>
                  <a:cxnLst/>
                  <a:rect l="textAreaLeft" t="textAreaTop" r="textAreaRight" b="textAreaBottom"/>
                  <a:pathLst>
                    <a:path w="144875" h="52959">
                      <a:moveTo>
                        <a:pt x="0" y="0"/>
                      </a:moveTo>
                      <a:lnTo>
                        <a:pt x="144876" y="0"/>
                      </a:lnTo>
                      <a:lnTo>
                        <a:pt x="14487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 name="Google Shape;183;p11"/>
                <p:cNvSpPr/>
                <p:nvPr/>
              </p:nvSpPr>
              <p:spPr>
                <a:xfrm>
                  <a:off x="7686000" y="1323000"/>
                  <a:ext cx="307800" cy="33120"/>
                </a:xfrm>
                <a:custGeom>
                  <a:avLst/>
                  <a:gdLst>
                    <a:gd name="textAreaLeft" fmla="*/ 0 w 307800"/>
                    <a:gd name="textAreaRight" fmla="*/ 308160 w 307800"/>
                    <a:gd name="textAreaTop" fmla="*/ 0 h 33120"/>
                    <a:gd name="textAreaBottom" fmla="*/ 33480 h 33120"/>
                  </a:gdLst>
                  <a:ahLst/>
                  <a:cxnLst/>
                  <a:rect l="textAreaLeft" t="textAreaTop" r="textAreaRight" b="textAreaBottom"/>
                  <a:pathLst>
                    <a:path w="487965" h="52959">
                      <a:moveTo>
                        <a:pt x="0" y="0"/>
                      </a:moveTo>
                      <a:lnTo>
                        <a:pt x="487966" y="0"/>
                      </a:lnTo>
                      <a:lnTo>
                        <a:pt x="48796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 name="Google Shape;184;p11"/>
                <p:cNvSpPr/>
                <p:nvPr/>
              </p:nvSpPr>
              <p:spPr>
                <a:xfrm>
                  <a:off x="7612200" y="1323000"/>
                  <a:ext cx="56160" cy="33120"/>
                </a:xfrm>
                <a:custGeom>
                  <a:avLst/>
                  <a:gdLst>
                    <a:gd name="textAreaLeft" fmla="*/ 0 w 56160"/>
                    <a:gd name="textAreaRight" fmla="*/ 56520 w 56160"/>
                    <a:gd name="textAreaTop" fmla="*/ 0 h 33120"/>
                    <a:gd name="textAreaBottom" fmla="*/ 33480 h 33120"/>
                  </a:gdLst>
                  <a:ahLst/>
                  <a:cxnLst/>
                  <a:rect l="textAreaLeft" t="textAreaTop" r="textAreaRight" b="textAreaBottom"/>
                  <a:pathLst>
                    <a:path w="89630" h="52959">
                      <a:moveTo>
                        <a:pt x="0" y="0"/>
                      </a:moveTo>
                      <a:lnTo>
                        <a:pt x="89630" y="0"/>
                      </a:lnTo>
                      <a:lnTo>
                        <a:pt x="89630"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 name="Google Shape;185;p11"/>
                <p:cNvSpPr/>
                <p:nvPr/>
              </p:nvSpPr>
              <p:spPr>
                <a:xfrm>
                  <a:off x="7782120" y="1400400"/>
                  <a:ext cx="145440" cy="33120"/>
                </a:xfrm>
                <a:custGeom>
                  <a:avLst/>
                  <a:gdLst>
                    <a:gd name="textAreaLeft" fmla="*/ 0 w 145440"/>
                    <a:gd name="textAreaRight" fmla="*/ 145800 w 145440"/>
                    <a:gd name="textAreaTop" fmla="*/ 0 h 33120"/>
                    <a:gd name="textAreaBottom" fmla="*/ 33480 h 33120"/>
                  </a:gdLst>
                  <a:ahLst/>
                  <a:cxnLst/>
                  <a:rect l="textAreaLeft" t="textAreaTop" r="textAreaRight" b="textAreaBottom"/>
                  <a:pathLst>
                    <a:path w="230790" h="52959">
                      <a:moveTo>
                        <a:pt x="0" y="0"/>
                      </a:moveTo>
                      <a:lnTo>
                        <a:pt x="230791" y="0"/>
                      </a:lnTo>
                      <a:lnTo>
                        <a:pt x="230791"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 name="Google Shape;186;p11"/>
                <p:cNvSpPr/>
                <p:nvPr/>
              </p:nvSpPr>
              <p:spPr>
                <a:xfrm>
                  <a:off x="7941960" y="1400400"/>
                  <a:ext cx="52200" cy="33120"/>
                </a:xfrm>
                <a:custGeom>
                  <a:avLst/>
                  <a:gdLst>
                    <a:gd name="textAreaLeft" fmla="*/ 0 w 52200"/>
                    <a:gd name="textAreaRight" fmla="*/ 52560 w 52200"/>
                    <a:gd name="textAreaTop" fmla="*/ 0 h 33120"/>
                    <a:gd name="textAreaBottom" fmla="*/ 33480 h 33120"/>
                  </a:gdLst>
                  <a:ahLst/>
                  <a:cxnLst/>
                  <a:rect l="textAreaLeft" t="textAreaTop" r="textAreaRight" b="textAreaBottom"/>
                  <a:pathLst>
                    <a:path w="83248" h="52959">
                      <a:moveTo>
                        <a:pt x="0" y="0"/>
                      </a:moveTo>
                      <a:lnTo>
                        <a:pt x="83248" y="0"/>
                      </a:lnTo>
                      <a:lnTo>
                        <a:pt x="83248"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 name="Google Shape;187;p11"/>
                <p:cNvSpPr/>
                <p:nvPr/>
              </p:nvSpPr>
              <p:spPr>
                <a:xfrm>
                  <a:off x="7612200" y="1400400"/>
                  <a:ext cx="156240" cy="33120"/>
                </a:xfrm>
                <a:custGeom>
                  <a:avLst/>
                  <a:gdLst>
                    <a:gd name="textAreaLeft" fmla="*/ 0 w 156240"/>
                    <a:gd name="textAreaRight" fmla="*/ 156600 w 156240"/>
                    <a:gd name="textAreaTop" fmla="*/ 0 h 33120"/>
                    <a:gd name="textAreaBottom" fmla="*/ 33480 h 33120"/>
                  </a:gdLst>
                  <a:ahLst/>
                  <a:cxnLst/>
                  <a:rect l="textAreaLeft" t="textAreaTop" r="textAreaRight" b="textAreaBottom"/>
                  <a:pathLst>
                    <a:path w="247935" h="52959">
                      <a:moveTo>
                        <a:pt x="0" y="0"/>
                      </a:moveTo>
                      <a:lnTo>
                        <a:pt x="247936" y="0"/>
                      </a:lnTo>
                      <a:lnTo>
                        <a:pt x="24793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 name="Google Shape;188;p11"/>
                <p:cNvSpPr/>
                <p:nvPr/>
              </p:nvSpPr>
              <p:spPr>
                <a:xfrm>
                  <a:off x="7722000" y="1477440"/>
                  <a:ext cx="126720" cy="33120"/>
                </a:xfrm>
                <a:custGeom>
                  <a:avLst/>
                  <a:gdLst>
                    <a:gd name="textAreaLeft" fmla="*/ 0 w 126720"/>
                    <a:gd name="textAreaRight" fmla="*/ 127080 w 126720"/>
                    <a:gd name="textAreaTop" fmla="*/ 0 h 33120"/>
                    <a:gd name="textAreaBottom" fmla="*/ 33480 h 33120"/>
                  </a:gdLst>
                  <a:ahLst/>
                  <a:cxnLst/>
                  <a:rect l="textAreaLeft" t="textAreaTop" r="textAreaRight" b="textAreaBottom"/>
                  <a:pathLst>
                    <a:path w="200977" h="52959">
                      <a:moveTo>
                        <a:pt x="0" y="0"/>
                      </a:moveTo>
                      <a:lnTo>
                        <a:pt x="200977" y="0"/>
                      </a:lnTo>
                      <a:lnTo>
                        <a:pt x="2009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 name="Google Shape;189;p11"/>
                <p:cNvSpPr/>
                <p:nvPr/>
              </p:nvSpPr>
              <p:spPr>
                <a:xfrm>
                  <a:off x="7612200" y="1477440"/>
                  <a:ext cx="95040" cy="33120"/>
                </a:xfrm>
                <a:custGeom>
                  <a:avLst/>
                  <a:gdLst>
                    <a:gd name="textAreaLeft" fmla="*/ 0 w 95040"/>
                    <a:gd name="textAreaRight" fmla="*/ 95400 w 95040"/>
                    <a:gd name="textAreaTop" fmla="*/ 0 h 33120"/>
                    <a:gd name="textAreaBottom" fmla="*/ 33480 h 33120"/>
                  </a:gdLst>
                  <a:ahLst/>
                  <a:cxnLst/>
                  <a:rect l="textAreaLeft" t="textAreaTop" r="textAreaRight" b="textAreaBottom"/>
                  <a:pathLst>
                    <a:path w="151256" h="52959">
                      <a:moveTo>
                        <a:pt x="0" y="0"/>
                      </a:moveTo>
                      <a:lnTo>
                        <a:pt x="151257" y="0"/>
                      </a:lnTo>
                      <a:lnTo>
                        <a:pt x="15125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3" name="Google Shape;190;p11"/>
              <p:cNvGrpSpPr/>
              <p:nvPr/>
            </p:nvGrpSpPr>
            <p:grpSpPr>
              <a:xfrm>
                <a:off x="8126280" y="595080"/>
                <a:ext cx="381600" cy="264960"/>
                <a:chOff x="8126280" y="595080"/>
                <a:chExt cx="381600" cy="264960"/>
              </a:xfrm>
            </p:grpSpPr>
            <p:sp>
              <p:nvSpPr>
                <p:cNvPr id="34" name="Google Shape;191;p11"/>
                <p:cNvSpPr/>
                <p:nvPr/>
              </p:nvSpPr>
              <p:spPr>
                <a:xfrm>
                  <a:off x="8126280" y="595080"/>
                  <a:ext cx="149400" cy="33120"/>
                </a:xfrm>
                <a:custGeom>
                  <a:avLst/>
                  <a:gdLst>
                    <a:gd name="textAreaLeft" fmla="*/ 0 w 149400"/>
                    <a:gd name="textAreaRight" fmla="*/ 149760 w 149400"/>
                    <a:gd name="textAreaTop" fmla="*/ 0 h 33120"/>
                    <a:gd name="textAreaBottom" fmla="*/ 33480 h 33120"/>
                  </a:gdLst>
                  <a:ahLst/>
                  <a:cxnLst/>
                  <a:rect l="textAreaLeft" t="textAreaTop" r="textAreaRight" b="textAreaBottom"/>
                  <a:pathLst>
                    <a:path w="237077" h="52959">
                      <a:moveTo>
                        <a:pt x="0" y="0"/>
                      </a:moveTo>
                      <a:lnTo>
                        <a:pt x="237077" y="0"/>
                      </a:lnTo>
                      <a:lnTo>
                        <a:pt x="2370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 name="Google Shape;192;p11"/>
                <p:cNvSpPr/>
                <p:nvPr/>
              </p:nvSpPr>
              <p:spPr>
                <a:xfrm>
                  <a:off x="8289360" y="595080"/>
                  <a:ext cx="114840" cy="33120"/>
                </a:xfrm>
                <a:custGeom>
                  <a:avLst/>
                  <a:gdLst>
                    <a:gd name="textAreaLeft" fmla="*/ 0 w 114840"/>
                    <a:gd name="textAreaRight" fmla="*/ 115200 w 114840"/>
                    <a:gd name="textAreaTop" fmla="*/ 0 h 33120"/>
                    <a:gd name="textAreaBottom" fmla="*/ 33480 h 33120"/>
                  </a:gdLst>
                  <a:ahLst/>
                  <a:cxnLst/>
                  <a:rect l="textAreaLeft" t="textAreaTop" r="textAreaRight" b="textAreaBottom"/>
                  <a:pathLst>
                    <a:path w="182498" h="52959">
                      <a:moveTo>
                        <a:pt x="0" y="0"/>
                      </a:moveTo>
                      <a:lnTo>
                        <a:pt x="182498" y="0"/>
                      </a:lnTo>
                      <a:lnTo>
                        <a:pt x="182498"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 name="Google Shape;193;p11"/>
                <p:cNvSpPr/>
                <p:nvPr/>
              </p:nvSpPr>
              <p:spPr>
                <a:xfrm>
                  <a:off x="8416800" y="595080"/>
                  <a:ext cx="91080" cy="33120"/>
                </a:xfrm>
                <a:custGeom>
                  <a:avLst/>
                  <a:gdLst>
                    <a:gd name="textAreaLeft" fmla="*/ 0 w 91080"/>
                    <a:gd name="textAreaRight" fmla="*/ 91440 w 91080"/>
                    <a:gd name="textAreaTop" fmla="*/ 0 h 33120"/>
                    <a:gd name="textAreaBottom" fmla="*/ 33480 h 33120"/>
                  </a:gdLst>
                  <a:ahLst/>
                  <a:cxnLst/>
                  <a:rect l="textAreaLeft" t="textAreaTop" r="textAreaRight" b="textAreaBottom"/>
                  <a:pathLst>
                    <a:path w="144875" h="52959">
                      <a:moveTo>
                        <a:pt x="0" y="0"/>
                      </a:moveTo>
                      <a:lnTo>
                        <a:pt x="144875" y="0"/>
                      </a:lnTo>
                      <a:lnTo>
                        <a:pt x="144875"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 name="Google Shape;194;p11"/>
                <p:cNvSpPr/>
                <p:nvPr/>
              </p:nvSpPr>
              <p:spPr>
                <a:xfrm>
                  <a:off x="8200080" y="672120"/>
                  <a:ext cx="307800" cy="33120"/>
                </a:xfrm>
                <a:custGeom>
                  <a:avLst/>
                  <a:gdLst>
                    <a:gd name="textAreaLeft" fmla="*/ 0 w 307800"/>
                    <a:gd name="textAreaRight" fmla="*/ 308160 w 307800"/>
                    <a:gd name="textAreaTop" fmla="*/ 0 h 33120"/>
                    <a:gd name="textAreaBottom" fmla="*/ 33480 h 33120"/>
                  </a:gdLst>
                  <a:ahLst/>
                  <a:cxnLst/>
                  <a:rect l="textAreaLeft" t="textAreaTop" r="textAreaRight" b="textAreaBottom"/>
                  <a:pathLst>
                    <a:path w="487965" h="52959">
                      <a:moveTo>
                        <a:pt x="0" y="0"/>
                      </a:moveTo>
                      <a:lnTo>
                        <a:pt x="487966" y="0"/>
                      </a:lnTo>
                      <a:lnTo>
                        <a:pt x="48796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 name="Google Shape;195;p11"/>
                <p:cNvSpPr/>
                <p:nvPr/>
              </p:nvSpPr>
              <p:spPr>
                <a:xfrm>
                  <a:off x="8126280" y="672120"/>
                  <a:ext cx="56160" cy="33120"/>
                </a:xfrm>
                <a:custGeom>
                  <a:avLst/>
                  <a:gdLst>
                    <a:gd name="textAreaLeft" fmla="*/ 0 w 56160"/>
                    <a:gd name="textAreaRight" fmla="*/ 56520 w 56160"/>
                    <a:gd name="textAreaTop" fmla="*/ 0 h 33120"/>
                    <a:gd name="textAreaBottom" fmla="*/ 33480 h 33120"/>
                  </a:gdLst>
                  <a:ahLst/>
                  <a:cxnLst/>
                  <a:rect l="textAreaLeft" t="textAreaTop" r="textAreaRight" b="textAreaBottom"/>
                  <a:pathLst>
                    <a:path w="89630" h="52959">
                      <a:moveTo>
                        <a:pt x="0" y="0"/>
                      </a:moveTo>
                      <a:lnTo>
                        <a:pt x="89630" y="0"/>
                      </a:lnTo>
                      <a:lnTo>
                        <a:pt x="89630"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 name="Google Shape;196;p11"/>
                <p:cNvSpPr/>
                <p:nvPr/>
              </p:nvSpPr>
              <p:spPr>
                <a:xfrm>
                  <a:off x="8296200" y="749520"/>
                  <a:ext cx="145440" cy="33120"/>
                </a:xfrm>
                <a:custGeom>
                  <a:avLst/>
                  <a:gdLst>
                    <a:gd name="textAreaLeft" fmla="*/ 0 w 145440"/>
                    <a:gd name="textAreaRight" fmla="*/ 145800 w 145440"/>
                    <a:gd name="textAreaTop" fmla="*/ 0 h 33120"/>
                    <a:gd name="textAreaBottom" fmla="*/ 33480 h 33120"/>
                  </a:gdLst>
                  <a:ahLst/>
                  <a:cxnLst/>
                  <a:rect l="textAreaLeft" t="textAreaTop" r="textAreaRight" b="textAreaBottom"/>
                  <a:pathLst>
                    <a:path w="230790" h="52959">
                      <a:moveTo>
                        <a:pt x="0" y="0"/>
                      </a:moveTo>
                      <a:lnTo>
                        <a:pt x="230790" y="0"/>
                      </a:lnTo>
                      <a:lnTo>
                        <a:pt x="230790"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 name="Google Shape;197;p11"/>
                <p:cNvSpPr/>
                <p:nvPr/>
              </p:nvSpPr>
              <p:spPr>
                <a:xfrm>
                  <a:off x="8455680" y="749520"/>
                  <a:ext cx="52200" cy="33120"/>
                </a:xfrm>
                <a:custGeom>
                  <a:avLst/>
                  <a:gdLst>
                    <a:gd name="textAreaLeft" fmla="*/ 0 w 52200"/>
                    <a:gd name="textAreaRight" fmla="*/ 52560 w 52200"/>
                    <a:gd name="textAreaTop" fmla="*/ 0 h 33120"/>
                    <a:gd name="textAreaBottom" fmla="*/ 33480 h 33120"/>
                  </a:gdLst>
                  <a:ahLst/>
                  <a:cxnLst/>
                  <a:rect l="textAreaLeft" t="textAreaTop" r="textAreaRight" b="textAreaBottom"/>
                  <a:pathLst>
                    <a:path w="83248" h="52959">
                      <a:moveTo>
                        <a:pt x="0" y="0"/>
                      </a:moveTo>
                      <a:lnTo>
                        <a:pt x="83249" y="0"/>
                      </a:lnTo>
                      <a:lnTo>
                        <a:pt x="83249"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 name="Google Shape;198;p11"/>
                <p:cNvSpPr/>
                <p:nvPr/>
              </p:nvSpPr>
              <p:spPr>
                <a:xfrm>
                  <a:off x="8126280" y="749520"/>
                  <a:ext cx="156240" cy="33120"/>
                </a:xfrm>
                <a:custGeom>
                  <a:avLst/>
                  <a:gdLst>
                    <a:gd name="textAreaLeft" fmla="*/ 0 w 156240"/>
                    <a:gd name="textAreaRight" fmla="*/ 156600 w 156240"/>
                    <a:gd name="textAreaTop" fmla="*/ 0 h 33120"/>
                    <a:gd name="textAreaBottom" fmla="*/ 33480 h 33120"/>
                  </a:gdLst>
                  <a:ahLst/>
                  <a:cxnLst/>
                  <a:rect l="textAreaLeft" t="textAreaTop" r="textAreaRight" b="textAreaBottom"/>
                  <a:pathLst>
                    <a:path w="247935" h="52959">
                      <a:moveTo>
                        <a:pt x="0" y="0"/>
                      </a:moveTo>
                      <a:lnTo>
                        <a:pt x="247936" y="0"/>
                      </a:lnTo>
                      <a:lnTo>
                        <a:pt x="24793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 name="Google Shape;199;p11"/>
                <p:cNvSpPr/>
                <p:nvPr/>
              </p:nvSpPr>
              <p:spPr>
                <a:xfrm>
                  <a:off x="8236080" y="826920"/>
                  <a:ext cx="126720" cy="33120"/>
                </a:xfrm>
                <a:custGeom>
                  <a:avLst/>
                  <a:gdLst>
                    <a:gd name="textAreaLeft" fmla="*/ 0 w 126720"/>
                    <a:gd name="textAreaRight" fmla="*/ 127080 w 126720"/>
                    <a:gd name="textAreaTop" fmla="*/ 0 h 33120"/>
                    <a:gd name="textAreaBottom" fmla="*/ 33480 h 33120"/>
                  </a:gdLst>
                  <a:ahLst/>
                  <a:cxnLst/>
                  <a:rect l="textAreaLeft" t="textAreaTop" r="textAreaRight" b="textAreaBottom"/>
                  <a:pathLst>
                    <a:path w="200977" h="52959">
                      <a:moveTo>
                        <a:pt x="0" y="0"/>
                      </a:moveTo>
                      <a:lnTo>
                        <a:pt x="200977" y="0"/>
                      </a:lnTo>
                      <a:lnTo>
                        <a:pt x="2009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 name="Google Shape;200;p11"/>
                <p:cNvSpPr/>
                <p:nvPr/>
              </p:nvSpPr>
              <p:spPr>
                <a:xfrm>
                  <a:off x="8126280" y="826920"/>
                  <a:ext cx="95040" cy="33120"/>
                </a:xfrm>
                <a:custGeom>
                  <a:avLst/>
                  <a:gdLst>
                    <a:gd name="textAreaLeft" fmla="*/ 0 w 95040"/>
                    <a:gd name="textAreaRight" fmla="*/ 95400 w 95040"/>
                    <a:gd name="textAreaTop" fmla="*/ 0 h 33120"/>
                    <a:gd name="textAreaBottom" fmla="*/ 33480 h 33120"/>
                  </a:gdLst>
                  <a:ahLst/>
                  <a:cxnLst/>
                  <a:rect l="textAreaLeft" t="textAreaTop" r="textAreaRight" b="textAreaBottom"/>
                  <a:pathLst>
                    <a:path w="151256" h="52959">
                      <a:moveTo>
                        <a:pt x="0" y="0"/>
                      </a:moveTo>
                      <a:lnTo>
                        <a:pt x="151257" y="0"/>
                      </a:lnTo>
                      <a:lnTo>
                        <a:pt x="15125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4" name="Google Shape;201;p11"/>
              <p:cNvGrpSpPr/>
              <p:nvPr/>
            </p:nvGrpSpPr>
            <p:grpSpPr>
              <a:xfrm>
                <a:off x="8126280" y="923400"/>
                <a:ext cx="381600" cy="191520"/>
                <a:chOff x="8126280" y="923400"/>
                <a:chExt cx="381600" cy="191520"/>
              </a:xfrm>
            </p:grpSpPr>
            <p:sp>
              <p:nvSpPr>
                <p:cNvPr id="45" name="Google Shape;202;p11"/>
                <p:cNvSpPr/>
                <p:nvPr/>
              </p:nvSpPr>
              <p:spPr>
                <a:xfrm>
                  <a:off x="8126280" y="923400"/>
                  <a:ext cx="149400" cy="33120"/>
                </a:xfrm>
                <a:custGeom>
                  <a:avLst/>
                  <a:gdLst>
                    <a:gd name="textAreaLeft" fmla="*/ 0 w 149400"/>
                    <a:gd name="textAreaRight" fmla="*/ 149760 w 149400"/>
                    <a:gd name="textAreaTop" fmla="*/ 0 h 33120"/>
                    <a:gd name="textAreaBottom" fmla="*/ 33480 h 33120"/>
                  </a:gdLst>
                  <a:ahLst/>
                  <a:cxnLst/>
                  <a:rect l="textAreaLeft" t="textAreaTop" r="textAreaRight" b="textAreaBottom"/>
                  <a:pathLst>
                    <a:path w="237077" h="52959">
                      <a:moveTo>
                        <a:pt x="0" y="0"/>
                      </a:moveTo>
                      <a:lnTo>
                        <a:pt x="237077" y="0"/>
                      </a:lnTo>
                      <a:lnTo>
                        <a:pt x="2370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 name="Google Shape;203;p11"/>
                <p:cNvSpPr/>
                <p:nvPr/>
              </p:nvSpPr>
              <p:spPr>
                <a:xfrm>
                  <a:off x="8289360" y="923400"/>
                  <a:ext cx="114840" cy="33120"/>
                </a:xfrm>
                <a:custGeom>
                  <a:avLst/>
                  <a:gdLst>
                    <a:gd name="textAreaLeft" fmla="*/ 0 w 114840"/>
                    <a:gd name="textAreaRight" fmla="*/ 115200 w 114840"/>
                    <a:gd name="textAreaTop" fmla="*/ 0 h 33120"/>
                    <a:gd name="textAreaBottom" fmla="*/ 33480 h 33120"/>
                  </a:gdLst>
                  <a:ahLst/>
                  <a:cxnLst/>
                  <a:rect l="textAreaLeft" t="textAreaTop" r="textAreaRight" b="textAreaBottom"/>
                  <a:pathLst>
                    <a:path w="182498" h="52959">
                      <a:moveTo>
                        <a:pt x="0" y="0"/>
                      </a:moveTo>
                      <a:lnTo>
                        <a:pt x="182498" y="0"/>
                      </a:lnTo>
                      <a:lnTo>
                        <a:pt x="182498"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 name="Google Shape;204;p11"/>
                <p:cNvSpPr/>
                <p:nvPr/>
              </p:nvSpPr>
              <p:spPr>
                <a:xfrm>
                  <a:off x="8416800" y="923400"/>
                  <a:ext cx="91080" cy="33120"/>
                </a:xfrm>
                <a:custGeom>
                  <a:avLst/>
                  <a:gdLst>
                    <a:gd name="textAreaLeft" fmla="*/ 0 w 91080"/>
                    <a:gd name="textAreaRight" fmla="*/ 91440 w 91080"/>
                    <a:gd name="textAreaTop" fmla="*/ 0 h 33120"/>
                    <a:gd name="textAreaBottom" fmla="*/ 33480 h 33120"/>
                  </a:gdLst>
                  <a:ahLst/>
                  <a:cxnLst/>
                  <a:rect l="textAreaLeft" t="textAreaTop" r="textAreaRight" b="textAreaBottom"/>
                  <a:pathLst>
                    <a:path w="144875" h="52959">
                      <a:moveTo>
                        <a:pt x="0" y="0"/>
                      </a:moveTo>
                      <a:lnTo>
                        <a:pt x="144875" y="0"/>
                      </a:lnTo>
                      <a:lnTo>
                        <a:pt x="144875"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 name="Google Shape;205;p11"/>
                <p:cNvSpPr/>
                <p:nvPr/>
              </p:nvSpPr>
              <p:spPr>
                <a:xfrm>
                  <a:off x="8296200" y="1004400"/>
                  <a:ext cx="145440" cy="33120"/>
                </a:xfrm>
                <a:custGeom>
                  <a:avLst/>
                  <a:gdLst>
                    <a:gd name="textAreaLeft" fmla="*/ 0 w 145440"/>
                    <a:gd name="textAreaRight" fmla="*/ 145800 w 145440"/>
                    <a:gd name="textAreaTop" fmla="*/ 0 h 33120"/>
                    <a:gd name="textAreaBottom" fmla="*/ 33480 h 33120"/>
                  </a:gdLst>
                  <a:ahLst/>
                  <a:cxnLst/>
                  <a:rect l="textAreaLeft" t="textAreaTop" r="textAreaRight" b="textAreaBottom"/>
                  <a:pathLst>
                    <a:path w="230790" h="52959">
                      <a:moveTo>
                        <a:pt x="0" y="0"/>
                      </a:moveTo>
                      <a:lnTo>
                        <a:pt x="230790" y="0"/>
                      </a:lnTo>
                      <a:lnTo>
                        <a:pt x="230790"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 name="Google Shape;206;p11"/>
                <p:cNvSpPr/>
                <p:nvPr/>
              </p:nvSpPr>
              <p:spPr>
                <a:xfrm>
                  <a:off x="8455680" y="1004400"/>
                  <a:ext cx="52200" cy="33120"/>
                </a:xfrm>
                <a:custGeom>
                  <a:avLst/>
                  <a:gdLst>
                    <a:gd name="textAreaLeft" fmla="*/ 0 w 52200"/>
                    <a:gd name="textAreaRight" fmla="*/ 52560 w 52200"/>
                    <a:gd name="textAreaTop" fmla="*/ 0 h 33120"/>
                    <a:gd name="textAreaBottom" fmla="*/ 33480 h 33120"/>
                  </a:gdLst>
                  <a:ahLst/>
                  <a:cxnLst/>
                  <a:rect l="textAreaLeft" t="textAreaTop" r="textAreaRight" b="textAreaBottom"/>
                  <a:pathLst>
                    <a:path w="83248" h="52959">
                      <a:moveTo>
                        <a:pt x="0" y="0"/>
                      </a:moveTo>
                      <a:lnTo>
                        <a:pt x="83249" y="0"/>
                      </a:lnTo>
                      <a:lnTo>
                        <a:pt x="83249"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 name="Google Shape;207;p11"/>
                <p:cNvSpPr/>
                <p:nvPr/>
              </p:nvSpPr>
              <p:spPr>
                <a:xfrm>
                  <a:off x="8126280" y="1004400"/>
                  <a:ext cx="156240" cy="33120"/>
                </a:xfrm>
                <a:custGeom>
                  <a:avLst/>
                  <a:gdLst>
                    <a:gd name="textAreaLeft" fmla="*/ 0 w 156240"/>
                    <a:gd name="textAreaRight" fmla="*/ 156600 w 156240"/>
                    <a:gd name="textAreaTop" fmla="*/ 0 h 33120"/>
                    <a:gd name="textAreaBottom" fmla="*/ 33480 h 33120"/>
                  </a:gdLst>
                  <a:ahLst/>
                  <a:cxnLst/>
                  <a:rect l="textAreaLeft" t="textAreaTop" r="textAreaRight" b="textAreaBottom"/>
                  <a:pathLst>
                    <a:path w="247935" h="52959">
                      <a:moveTo>
                        <a:pt x="0" y="0"/>
                      </a:moveTo>
                      <a:lnTo>
                        <a:pt x="247936" y="0"/>
                      </a:lnTo>
                      <a:lnTo>
                        <a:pt x="24793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 name="Google Shape;208;p11"/>
                <p:cNvSpPr/>
                <p:nvPr/>
              </p:nvSpPr>
              <p:spPr>
                <a:xfrm>
                  <a:off x="8236080" y="1081800"/>
                  <a:ext cx="126720" cy="33120"/>
                </a:xfrm>
                <a:custGeom>
                  <a:avLst/>
                  <a:gdLst>
                    <a:gd name="textAreaLeft" fmla="*/ 0 w 126720"/>
                    <a:gd name="textAreaRight" fmla="*/ 127080 w 126720"/>
                    <a:gd name="textAreaTop" fmla="*/ 0 h 33120"/>
                    <a:gd name="textAreaBottom" fmla="*/ 33480 h 33120"/>
                  </a:gdLst>
                  <a:ahLst/>
                  <a:cxnLst/>
                  <a:rect l="textAreaLeft" t="textAreaTop" r="textAreaRight" b="textAreaBottom"/>
                  <a:pathLst>
                    <a:path w="200977" h="52959">
                      <a:moveTo>
                        <a:pt x="0" y="0"/>
                      </a:moveTo>
                      <a:lnTo>
                        <a:pt x="200977" y="0"/>
                      </a:lnTo>
                      <a:lnTo>
                        <a:pt x="2009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 name="Google Shape;209;p11"/>
                <p:cNvSpPr/>
                <p:nvPr/>
              </p:nvSpPr>
              <p:spPr>
                <a:xfrm>
                  <a:off x="8126280" y="1081800"/>
                  <a:ext cx="95040" cy="33120"/>
                </a:xfrm>
                <a:custGeom>
                  <a:avLst/>
                  <a:gdLst>
                    <a:gd name="textAreaLeft" fmla="*/ 0 w 95040"/>
                    <a:gd name="textAreaRight" fmla="*/ 95400 w 95040"/>
                    <a:gd name="textAreaTop" fmla="*/ 0 h 33120"/>
                    <a:gd name="textAreaBottom" fmla="*/ 33480 h 33120"/>
                  </a:gdLst>
                  <a:ahLst/>
                  <a:cxnLst/>
                  <a:rect l="textAreaLeft" t="textAreaTop" r="textAreaRight" b="textAreaBottom"/>
                  <a:pathLst>
                    <a:path w="151256" h="52959">
                      <a:moveTo>
                        <a:pt x="0" y="0"/>
                      </a:moveTo>
                      <a:lnTo>
                        <a:pt x="151257" y="0"/>
                      </a:lnTo>
                      <a:lnTo>
                        <a:pt x="15125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53" name="Google Shape;210;p11"/>
              <p:cNvSpPr/>
              <p:nvPr/>
            </p:nvSpPr>
            <p:spPr>
              <a:xfrm>
                <a:off x="8126280" y="1240560"/>
                <a:ext cx="382320" cy="276840"/>
              </a:xfrm>
              <a:custGeom>
                <a:avLst/>
                <a:gdLst>
                  <a:gd name="textAreaLeft" fmla="*/ 0 w 382320"/>
                  <a:gd name="textAreaRight" fmla="*/ 382680 w 382320"/>
                  <a:gd name="textAreaTop" fmla="*/ 0 h 276840"/>
                  <a:gd name="textAreaBottom" fmla="*/ 277200 h 276840"/>
                </a:gdLst>
                <a:ahLst/>
                <a:cxnLst/>
                <a:rect l="textAreaLeft" t="textAreaTop" r="textAreaRight" b="textAreaBottom"/>
                <a:pathLst>
                  <a:path w="605885" h="438816">
                    <a:moveTo>
                      <a:pt x="572167" y="0"/>
                    </a:moveTo>
                    <a:cubicBezTo>
                      <a:pt x="590789" y="0"/>
                      <a:pt x="605885" y="15096"/>
                      <a:pt x="605885" y="33718"/>
                    </a:cubicBezTo>
                    <a:lnTo>
                      <a:pt x="605885" y="405098"/>
                    </a:lnTo>
                    <a:cubicBezTo>
                      <a:pt x="605885" y="423720"/>
                      <a:pt x="590789" y="438817"/>
                      <a:pt x="572167" y="438817"/>
                    </a:cubicBezTo>
                    <a:lnTo>
                      <a:pt x="33718" y="438817"/>
                    </a:lnTo>
                    <a:cubicBezTo>
                      <a:pt x="15096" y="438817"/>
                      <a:pt x="0" y="423720"/>
                      <a:pt x="0" y="405098"/>
                    </a:cubicBezTo>
                    <a:lnTo>
                      <a:pt x="0" y="33718"/>
                    </a:lnTo>
                    <a:cubicBezTo>
                      <a:pt x="0" y="15096"/>
                      <a:pt x="15096" y="0"/>
                      <a:pt x="33718"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 name="Google Shape;211;p11"/>
              <p:cNvSpPr/>
              <p:nvPr/>
            </p:nvSpPr>
            <p:spPr>
              <a:xfrm>
                <a:off x="7612200" y="598680"/>
                <a:ext cx="382320" cy="514800"/>
              </a:xfrm>
              <a:custGeom>
                <a:avLst/>
                <a:gdLst>
                  <a:gd name="textAreaLeft" fmla="*/ 0 w 382320"/>
                  <a:gd name="textAreaRight" fmla="*/ 382680 w 382320"/>
                  <a:gd name="textAreaTop" fmla="*/ 0 h 514800"/>
                  <a:gd name="textAreaBottom" fmla="*/ 515160 h 514800"/>
                </a:gdLst>
                <a:ahLst/>
                <a:cxnLst/>
                <a:rect l="textAreaLeft" t="textAreaTop" r="textAreaRight" b="textAreaBottom"/>
                <a:pathLst>
                  <a:path w="605885" h="815149">
                    <a:moveTo>
                      <a:pt x="554260" y="0"/>
                    </a:moveTo>
                    <a:cubicBezTo>
                      <a:pt x="582772" y="0"/>
                      <a:pt x="605885" y="23114"/>
                      <a:pt x="605885" y="51625"/>
                    </a:cubicBezTo>
                    <a:lnTo>
                      <a:pt x="605885" y="763524"/>
                    </a:lnTo>
                    <a:cubicBezTo>
                      <a:pt x="605885" y="792036"/>
                      <a:pt x="582771" y="815150"/>
                      <a:pt x="554260" y="815150"/>
                    </a:cubicBezTo>
                    <a:lnTo>
                      <a:pt x="51625" y="815150"/>
                    </a:lnTo>
                    <a:cubicBezTo>
                      <a:pt x="23113" y="815150"/>
                      <a:pt x="0" y="792036"/>
                      <a:pt x="0" y="763524"/>
                    </a:cubicBezTo>
                    <a:lnTo>
                      <a:pt x="0" y="51625"/>
                    </a:lnTo>
                    <a:cubicBezTo>
                      <a:pt x="0" y="23114"/>
                      <a:pt x="23113" y="0"/>
                      <a:pt x="5162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5" name="Google Shape;212;p11"/>
            <p:cNvGrpSpPr/>
            <p:nvPr/>
          </p:nvGrpSpPr>
          <p:grpSpPr>
            <a:xfrm>
              <a:off x="7553160" y="556200"/>
              <a:ext cx="492840" cy="600480"/>
              <a:chOff x="7553160" y="556200"/>
              <a:chExt cx="492840" cy="600480"/>
            </a:xfrm>
          </p:grpSpPr>
          <p:grpSp>
            <p:nvGrpSpPr>
              <p:cNvPr id="56" name="Google Shape;213;p11"/>
              <p:cNvGrpSpPr/>
              <p:nvPr/>
            </p:nvGrpSpPr>
            <p:grpSpPr>
              <a:xfrm>
                <a:off x="7566480" y="569520"/>
                <a:ext cx="472320" cy="579600"/>
                <a:chOff x="7566480" y="569520"/>
                <a:chExt cx="472320" cy="579600"/>
              </a:xfrm>
            </p:grpSpPr>
            <p:sp>
              <p:nvSpPr>
                <p:cNvPr id="57" name="Google Shape;214;p11"/>
                <p:cNvSpPr/>
                <p:nvPr/>
              </p:nvSpPr>
              <p:spPr>
                <a:xfrm>
                  <a:off x="7574400" y="1143360"/>
                  <a:ext cx="442080" cy="5760"/>
                </a:xfrm>
                <a:custGeom>
                  <a:avLst/>
                  <a:gdLst>
                    <a:gd name="textAreaLeft" fmla="*/ 0 w 442080"/>
                    <a:gd name="textAreaRight" fmla="*/ 442440 w 442080"/>
                    <a:gd name="textAreaTop" fmla="*/ 0 h 5760"/>
                    <a:gd name="textAreaBottom" fmla="*/ 6120 h 5760"/>
                  </a:gdLst>
                  <a:ahLst/>
                  <a:cxnLst/>
                  <a:rect l="textAreaLeft" t="textAreaTop" r="textAreaRight" b="textAreaBottom"/>
                  <a:pathLst>
                    <a:path w="700277" h="9525">
                      <a:moveTo>
                        <a:pt x="700278" y="0"/>
                      </a:moveTo>
                      <a:lnTo>
                        <a:pt x="0" y="0"/>
                      </a:lnTo>
                    </a:path>
                  </a:pathLst>
                </a:custGeom>
                <a:solidFill>
                  <a:schemeClr val="dk1"/>
                </a:solidFill>
                <a:ln w="12750" cap="rnd">
                  <a:solidFill>
                    <a:srgbClr val="35363B"/>
                  </a:solidFill>
                  <a:prstDash val="dashDot"/>
                  <a:miter/>
                </a:ln>
              </p:spPr>
              <p:style>
                <a:lnRef idx="0">
                  <a:scrgbClr r="0" g="0" b="0"/>
                </a:lnRef>
                <a:fillRef idx="0">
                  <a:scrgbClr r="0" g="0" b="0"/>
                </a:fillRef>
                <a:effectRef idx="0">
                  <a:scrgbClr r="0" g="0" b="0"/>
                </a:effectRef>
                <a:fontRef idx="minor"/>
              </p:style>
              <p:txBody>
                <a:bodyPr tIns="2880" bIns="2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 name="Google Shape;215;p11"/>
                <p:cNvSpPr/>
                <p:nvPr/>
              </p:nvSpPr>
              <p:spPr>
                <a:xfrm>
                  <a:off x="7566480" y="577440"/>
                  <a:ext cx="5760" cy="549720"/>
                </a:xfrm>
                <a:custGeom>
                  <a:avLst/>
                  <a:gdLst>
                    <a:gd name="textAreaLeft" fmla="*/ 0 w 5760"/>
                    <a:gd name="textAreaRight" fmla="*/ 6120 w 5760"/>
                    <a:gd name="textAreaTop" fmla="*/ 0 h 549720"/>
                    <a:gd name="textAreaBottom" fmla="*/ 550080 h 549720"/>
                  </a:gdLst>
                  <a:ahLst/>
                  <a:cxnLst/>
                  <a:rect l="textAreaLeft" t="textAreaTop" r="textAreaRight" b="textAreaBottom"/>
                  <a:pathLst>
                    <a:path w="9525" h="870680">
                      <a:moveTo>
                        <a:pt x="0" y="870680"/>
                      </a:moveTo>
                      <a:lnTo>
                        <a:pt x="0" y="0"/>
                      </a:lnTo>
                    </a:path>
                  </a:pathLst>
                </a:custGeom>
                <a:solidFill>
                  <a:schemeClr val="dk1"/>
                </a:solidFill>
                <a:ln w="12750" cap="rnd">
                  <a:solidFill>
                    <a:srgbClr val="35363B"/>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 name="Google Shape;216;p11"/>
                <p:cNvSpPr/>
                <p:nvPr/>
              </p:nvSpPr>
              <p:spPr>
                <a:xfrm>
                  <a:off x="7582680" y="569520"/>
                  <a:ext cx="442080" cy="5760"/>
                </a:xfrm>
                <a:custGeom>
                  <a:avLst/>
                  <a:gdLst>
                    <a:gd name="textAreaLeft" fmla="*/ 0 w 442080"/>
                    <a:gd name="textAreaRight" fmla="*/ 442440 w 442080"/>
                    <a:gd name="textAreaTop" fmla="*/ 0 h 5760"/>
                    <a:gd name="textAreaBottom" fmla="*/ 6120 h 5760"/>
                  </a:gdLst>
                  <a:ahLst/>
                  <a:cxnLst/>
                  <a:rect l="textAreaLeft" t="textAreaTop" r="textAreaRight" b="textAreaBottom"/>
                  <a:pathLst>
                    <a:path w="700277" h="9525">
                      <a:moveTo>
                        <a:pt x="0" y="0"/>
                      </a:moveTo>
                      <a:lnTo>
                        <a:pt x="700278" y="0"/>
                      </a:lnTo>
                    </a:path>
                  </a:pathLst>
                </a:custGeom>
                <a:solidFill>
                  <a:schemeClr val="dk1"/>
                </a:solidFill>
                <a:ln w="12750" cap="rnd">
                  <a:solidFill>
                    <a:srgbClr val="35363B"/>
                  </a:solidFill>
                  <a:prstDash val="dashDot"/>
                  <a:miter/>
                </a:ln>
              </p:spPr>
              <p:style>
                <a:lnRef idx="0">
                  <a:scrgbClr r="0" g="0" b="0"/>
                </a:lnRef>
                <a:fillRef idx="0">
                  <a:scrgbClr r="0" g="0" b="0"/>
                </a:fillRef>
                <a:effectRef idx="0">
                  <a:scrgbClr r="0" g="0" b="0"/>
                </a:effectRef>
                <a:fontRef idx="minor"/>
              </p:style>
              <p:txBody>
                <a:bodyPr tIns="2880" bIns="2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 name="Google Shape;217;p11"/>
                <p:cNvSpPr/>
                <p:nvPr/>
              </p:nvSpPr>
              <p:spPr>
                <a:xfrm>
                  <a:off x="8033040" y="585360"/>
                  <a:ext cx="5760" cy="549720"/>
                </a:xfrm>
                <a:custGeom>
                  <a:avLst/>
                  <a:gdLst>
                    <a:gd name="textAreaLeft" fmla="*/ 0 w 5760"/>
                    <a:gd name="textAreaRight" fmla="*/ 6120 w 5760"/>
                    <a:gd name="textAreaTop" fmla="*/ 0 h 549720"/>
                    <a:gd name="textAreaBottom" fmla="*/ 550080 h 549720"/>
                  </a:gdLst>
                  <a:ahLst/>
                  <a:cxnLst/>
                  <a:rect l="textAreaLeft" t="textAreaTop" r="textAreaRight" b="textAreaBottom"/>
                  <a:pathLst>
                    <a:path w="9525" h="870680">
                      <a:moveTo>
                        <a:pt x="0" y="0"/>
                      </a:moveTo>
                      <a:lnTo>
                        <a:pt x="0" y="870680"/>
                      </a:lnTo>
                    </a:path>
                  </a:pathLst>
                </a:custGeom>
                <a:solidFill>
                  <a:schemeClr val="dk1"/>
                </a:solidFill>
                <a:ln w="12750" cap="rnd">
                  <a:solidFill>
                    <a:srgbClr val="35363B"/>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1" name="Google Shape;218;p11"/>
              <p:cNvGrpSpPr/>
              <p:nvPr/>
            </p:nvGrpSpPr>
            <p:grpSpPr>
              <a:xfrm>
                <a:off x="7553160" y="556200"/>
                <a:ext cx="492840" cy="600480"/>
                <a:chOff x="7553160" y="556200"/>
                <a:chExt cx="492840" cy="600480"/>
              </a:xfrm>
            </p:grpSpPr>
            <p:grpSp>
              <p:nvGrpSpPr>
                <p:cNvPr id="62" name="Google Shape;219;p11"/>
                <p:cNvGrpSpPr/>
                <p:nvPr/>
              </p:nvGrpSpPr>
              <p:grpSpPr>
                <a:xfrm>
                  <a:off x="7553160" y="556200"/>
                  <a:ext cx="492840" cy="26280"/>
                  <a:chOff x="7553160" y="556200"/>
                  <a:chExt cx="492840" cy="26280"/>
                </a:xfrm>
              </p:grpSpPr>
              <p:sp>
                <p:nvSpPr>
                  <p:cNvPr id="63" name="Google Shape;220;p11"/>
                  <p:cNvSpPr/>
                  <p:nvPr/>
                </p:nvSpPr>
                <p:spPr>
                  <a:xfrm>
                    <a:off x="7553160" y="5562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09">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 name="Google Shape;221;p11"/>
                  <p:cNvSpPr/>
                  <p:nvPr/>
                </p:nvSpPr>
                <p:spPr>
                  <a:xfrm>
                    <a:off x="7786440" y="5562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09">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 name="Google Shape;222;p11"/>
                  <p:cNvSpPr/>
                  <p:nvPr/>
                </p:nvSpPr>
                <p:spPr>
                  <a:xfrm>
                    <a:off x="8019720" y="5562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09">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6" name="Google Shape;223;p11"/>
                <p:cNvGrpSpPr/>
                <p:nvPr/>
              </p:nvGrpSpPr>
              <p:grpSpPr>
                <a:xfrm>
                  <a:off x="7553160" y="843120"/>
                  <a:ext cx="492840" cy="26280"/>
                  <a:chOff x="7553160" y="843120"/>
                  <a:chExt cx="492840" cy="26280"/>
                </a:xfrm>
              </p:grpSpPr>
              <p:sp>
                <p:nvSpPr>
                  <p:cNvPr id="67" name="Google Shape;224;p11"/>
                  <p:cNvSpPr/>
                  <p:nvPr/>
                </p:nvSpPr>
                <p:spPr>
                  <a:xfrm>
                    <a:off x="7553160" y="84312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 name="Google Shape;225;p11"/>
                  <p:cNvSpPr/>
                  <p:nvPr/>
                </p:nvSpPr>
                <p:spPr>
                  <a:xfrm>
                    <a:off x="8019720" y="84312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9" name="Google Shape;226;p11"/>
                <p:cNvGrpSpPr/>
                <p:nvPr/>
              </p:nvGrpSpPr>
              <p:grpSpPr>
                <a:xfrm>
                  <a:off x="7553160" y="1130400"/>
                  <a:ext cx="492840" cy="26280"/>
                  <a:chOff x="7553160" y="1130400"/>
                  <a:chExt cx="492840" cy="26280"/>
                </a:xfrm>
              </p:grpSpPr>
              <p:sp>
                <p:nvSpPr>
                  <p:cNvPr id="70" name="Google Shape;227;p11"/>
                  <p:cNvSpPr/>
                  <p:nvPr/>
                </p:nvSpPr>
                <p:spPr>
                  <a:xfrm>
                    <a:off x="7553160" y="11304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 name="Google Shape;228;p11"/>
                  <p:cNvSpPr/>
                  <p:nvPr/>
                </p:nvSpPr>
                <p:spPr>
                  <a:xfrm>
                    <a:off x="7786440" y="11304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 name="Google Shape;229;p11"/>
                  <p:cNvSpPr/>
                  <p:nvPr/>
                </p:nvSpPr>
                <p:spPr>
                  <a:xfrm>
                    <a:off x="8019720" y="11304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grpSp>
          <p:nvGrpSpPr>
            <p:cNvPr id="73" name="Google Shape;230;p11"/>
            <p:cNvGrpSpPr/>
            <p:nvPr/>
          </p:nvGrpSpPr>
          <p:grpSpPr>
            <a:xfrm>
              <a:off x="7821000" y="1008000"/>
              <a:ext cx="161640" cy="93960"/>
              <a:chOff x="7821000" y="1008000"/>
              <a:chExt cx="161640" cy="93960"/>
            </a:xfrm>
          </p:grpSpPr>
          <p:sp>
            <p:nvSpPr>
              <p:cNvPr id="74" name="Google Shape;231;p11"/>
              <p:cNvSpPr/>
              <p:nvPr/>
            </p:nvSpPr>
            <p:spPr>
              <a:xfrm>
                <a:off x="7821000" y="1008000"/>
                <a:ext cx="161640" cy="93960"/>
              </a:xfrm>
              <a:custGeom>
                <a:avLst/>
                <a:gdLst>
                  <a:gd name="textAreaLeft" fmla="*/ 0 w 161640"/>
                  <a:gd name="textAreaRight" fmla="*/ 162000 w 161640"/>
                  <a:gd name="textAreaTop" fmla="*/ 0 h 93960"/>
                  <a:gd name="textAreaBottom" fmla="*/ 94320 h 93960"/>
                </a:gdLst>
                <a:ahLst/>
                <a:cxnLst/>
                <a:rect l="textAreaLeft" t="textAreaTop" r="textAreaRight" b="textAreaBottom"/>
                <a:pathLst>
                  <a:path w="256508" h="149542">
                    <a:moveTo>
                      <a:pt x="218694" y="0"/>
                    </a:moveTo>
                    <a:cubicBezTo>
                      <a:pt x="239578" y="0"/>
                      <a:pt x="256508" y="16930"/>
                      <a:pt x="256508" y="37814"/>
                    </a:cubicBezTo>
                    <a:lnTo>
                      <a:pt x="256508" y="111728"/>
                    </a:lnTo>
                    <a:cubicBezTo>
                      <a:pt x="256508" y="132612"/>
                      <a:pt x="239578" y="149543"/>
                      <a:pt x="218694" y="149543"/>
                    </a:cubicBezTo>
                    <a:lnTo>
                      <a:pt x="37814" y="149543"/>
                    </a:lnTo>
                    <a:cubicBezTo>
                      <a:pt x="16930" y="149543"/>
                      <a:pt x="1" y="132612"/>
                      <a:pt x="1" y="111728"/>
                    </a:cubicBezTo>
                    <a:lnTo>
                      <a:pt x="1" y="37814"/>
                    </a:lnTo>
                    <a:cubicBezTo>
                      <a:pt x="1" y="16930"/>
                      <a:pt x="16930" y="0"/>
                      <a:pt x="3781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75" name="Google Shape;232;p11"/>
              <p:cNvGrpSpPr/>
              <p:nvPr/>
            </p:nvGrpSpPr>
            <p:grpSpPr>
              <a:xfrm>
                <a:off x="7842960" y="1024560"/>
                <a:ext cx="115920" cy="62280"/>
                <a:chOff x="7842960" y="1024560"/>
                <a:chExt cx="115920" cy="62280"/>
              </a:xfrm>
            </p:grpSpPr>
            <p:grpSp>
              <p:nvGrpSpPr>
                <p:cNvPr id="76" name="Google Shape;233;p11"/>
                <p:cNvGrpSpPr/>
                <p:nvPr/>
              </p:nvGrpSpPr>
              <p:grpSpPr>
                <a:xfrm>
                  <a:off x="7899120" y="1025640"/>
                  <a:ext cx="59760" cy="59760"/>
                  <a:chOff x="7899120" y="1025640"/>
                  <a:chExt cx="59760" cy="59760"/>
                </a:xfrm>
              </p:grpSpPr>
              <p:sp>
                <p:nvSpPr>
                  <p:cNvPr id="77" name="Google Shape;234;p11"/>
                  <p:cNvSpPr/>
                  <p:nvPr/>
                </p:nvSpPr>
                <p:spPr>
                  <a:xfrm>
                    <a:off x="7899120" y="105876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42671" h="42672">
                        <a:moveTo>
                          <a:pt x="16764" y="31147"/>
                        </a:moveTo>
                        <a:lnTo>
                          <a:pt x="42672" y="5144"/>
                        </a:lnTo>
                        <a:lnTo>
                          <a:pt x="37529" y="0"/>
                        </a:lnTo>
                        <a:lnTo>
                          <a:pt x="11525" y="25908"/>
                        </a:lnTo>
                        <a:lnTo>
                          <a:pt x="6382" y="28765"/>
                        </a:lnTo>
                        <a:lnTo>
                          <a:pt x="0" y="38576"/>
                        </a:lnTo>
                        <a:lnTo>
                          <a:pt x="4096" y="42672"/>
                        </a:lnTo>
                        <a:lnTo>
                          <a:pt x="13906" y="36290"/>
                        </a:lnTo>
                        <a:lnTo>
                          <a:pt x="16764" y="31147"/>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 name="Google Shape;235;p11"/>
                  <p:cNvSpPr/>
                  <p:nvPr/>
                </p:nvSpPr>
                <p:spPr>
                  <a:xfrm>
                    <a:off x="7917840" y="1025640"/>
                    <a:ext cx="41040" cy="41040"/>
                  </a:xfrm>
                  <a:custGeom>
                    <a:avLst/>
                    <a:gdLst>
                      <a:gd name="textAreaLeft" fmla="*/ 0 w 41040"/>
                      <a:gd name="textAreaRight" fmla="*/ 41400 w 41040"/>
                      <a:gd name="textAreaTop" fmla="*/ 0 h 41040"/>
                      <a:gd name="textAreaBottom" fmla="*/ 41400 h 41040"/>
                    </a:gdLst>
                    <a:ahLst/>
                    <a:cxnLst/>
                    <a:rect l="textAreaLeft" t="textAreaTop" r="textAreaRight" b="textAreaBottom"/>
                    <a:pathLst>
                      <a:path w="65418" h="65418">
                        <a:moveTo>
                          <a:pt x="36576" y="54845"/>
                        </a:moveTo>
                        <a:lnTo>
                          <a:pt x="63246" y="28175"/>
                        </a:lnTo>
                        <a:cubicBezTo>
                          <a:pt x="64008" y="27413"/>
                          <a:pt x="64484" y="26461"/>
                          <a:pt x="64770" y="25413"/>
                        </a:cubicBezTo>
                        <a:cubicBezTo>
                          <a:pt x="65627" y="21794"/>
                          <a:pt x="66866" y="13602"/>
                          <a:pt x="59341" y="6077"/>
                        </a:cubicBezTo>
                        <a:cubicBezTo>
                          <a:pt x="51816" y="-1447"/>
                          <a:pt x="43625" y="-209"/>
                          <a:pt x="40005" y="648"/>
                        </a:cubicBezTo>
                        <a:cubicBezTo>
                          <a:pt x="38958" y="934"/>
                          <a:pt x="38005" y="1410"/>
                          <a:pt x="37243" y="2172"/>
                        </a:cubicBezTo>
                        <a:lnTo>
                          <a:pt x="10573" y="28842"/>
                        </a:lnTo>
                        <a:cubicBezTo>
                          <a:pt x="14669" y="32938"/>
                          <a:pt x="14669" y="39701"/>
                          <a:pt x="10573" y="43796"/>
                        </a:cubicBezTo>
                        <a:lnTo>
                          <a:pt x="8287" y="46082"/>
                        </a:lnTo>
                        <a:lnTo>
                          <a:pt x="4286" y="42082"/>
                        </a:lnTo>
                        <a:lnTo>
                          <a:pt x="0" y="46368"/>
                        </a:lnTo>
                        <a:lnTo>
                          <a:pt x="19050" y="65418"/>
                        </a:lnTo>
                        <a:lnTo>
                          <a:pt x="23336" y="61132"/>
                        </a:lnTo>
                        <a:lnTo>
                          <a:pt x="19336" y="57131"/>
                        </a:lnTo>
                        <a:lnTo>
                          <a:pt x="21622" y="54845"/>
                        </a:lnTo>
                        <a:cubicBezTo>
                          <a:pt x="25718" y="50750"/>
                          <a:pt x="32481" y="50750"/>
                          <a:pt x="36576" y="54845"/>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9" name="Google Shape;236;p11"/>
                <p:cNvGrpSpPr/>
                <p:nvPr/>
              </p:nvGrpSpPr>
              <p:grpSpPr>
                <a:xfrm>
                  <a:off x="7842960" y="1024560"/>
                  <a:ext cx="61920" cy="62280"/>
                  <a:chOff x="7842960" y="1024560"/>
                  <a:chExt cx="61920" cy="62280"/>
                </a:xfrm>
              </p:grpSpPr>
              <p:sp>
                <p:nvSpPr>
                  <p:cNvPr id="80" name="Google Shape;237;p11"/>
                  <p:cNvSpPr/>
                  <p:nvPr/>
                </p:nvSpPr>
                <p:spPr>
                  <a:xfrm>
                    <a:off x="7842960" y="1024560"/>
                    <a:ext cx="61920" cy="62280"/>
                  </a:xfrm>
                  <a:custGeom>
                    <a:avLst/>
                    <a:gdLst>
                      <a:gd name="textAreaLeft" fmla="*/ 0 w 61920"/>
                      <a:gd name="textAreaRight" fmla="*/ 62280 w 61920"/>
                      <a:gd name="textAreaTop" fmla="*/ 0 h 62280"/>
                      <a:gd name="textAreaBottom" fmla="*/ 62640 h 62280"/>
                    </a:gdLst>
                    <a:ahLst/>
                    <a:cxnLst/>
                    <a:rect l="textAreaLeft" t="textAreaTop" r="textAreaRight" b="textAreaBottom"/>
                    <a:pathLst>
                      <a:path w="98773" h="98921">
                        <a:moveTo>
                          <a:pt x="40717" y="72440"/>
                        </a:moveTo>
                        <a:lnTo>
                          <a:pt x="72244" y="40912"/>
                        </a:lnTo>
                        <a:cubicBezTo>
                          <a:pt x="74149" y="39007"/>
                          <a:pt x="76721" y="38054"/>
                          <a:pt x="79388" y="38054"/>
                        </a:cubicBezTo>
                        <a:cubicBezTo>
                          <a:pt x="84341" y="38150"/>
                          <a:pt x="89389" y="36340"/>
                          <a:pt x="93199" y="32530"/>
                        </a:cubicBezTo>
                        <a:cubicBezTo>
                          <a:pt x="98247" y="27482"/>
                          <a:pt x="99866" y="20243"/>
                          <a:pt x="98057" y="13766"/>
                        </a:cubicBezTo>
                        <a:lnTo>
                          <a:pt x="88722" y="23100"/>
                        </a:lnTo>
                        <a:lnTo>
                          <a:pt x="78435" y="20338"/>
                        </a:lnTo>
                        <a:lnTo>
                          <a:pt x="75673" y="10051"/>
                        </a:lnTo>
                        <a:lnTo>
                          <a:pt x="85007" y="716"/>
                        </a:lnTo>
                        <a:cubicBezTo>
                          <a:pt x="78626" y="-1093"/>
                          <a:pt x="71482" y="526"/>
                          <a:pt x="66434" y="5574"/>
                        </a:cubicBezTo>
                        <a:cubicBezTo>
                          <a:pt x="62624" y="9384"/>
                          <a:pt x="60814" y="14432"/>
                          <a:pt x="60909" y="19385"/>
                        </a:cubicBezTo>
                        <a:cubicBezTo>
                          <a:pt x="60909" y="22052"/>
                          <a:pt x="59957" y="24624"/>
                          <a:pt x="58052" y="26529"/>
                        </a:cubicBezTo>
                        <a:lnTo>
                          <a:pt x="26524" y="58057"/>
                        </a:lnTo>
                        <a:cubicBezTo>
                          <a:pt x="24619" y="59962"/>
                          <a:pt x="22047" y="60914"/>
                          <a:pt x="19380" y="60914"/>
                        </a:cubicBezTo>
                        <a:cubicBezTo>
                          <a:pt x="14427" y="60819"/>
                          <a:pt x="9379" y="62629"/>
                          <a:pt x="5569" y="66439"/>
                        </a:cubicBezTo>
                        <a:cubicBezTo>
                          <a:pt x="-2146" y="74154"/>
                          <a:pt x="-1861" y="86918"/>
                          <a:pt x="6522" y="94252"/>
                        </a:cubicBezTo>
                        <a:cubicBezTo>
                          <a:pt x="13761" y="100634"/>
                          <a:pt x="24905" y="100443"/>
                          <a:pt x="32048" y="93871"/>
                        </a:cubicBezTo>
                        <a:cubicBezTo>
                          <a:pt x="36239" y="89966"/>
                          <a:pt x="38240" y="84632"/>
                          <a:pt x="38145" y="79393"/>
                        </a:cubicBezTo>
                        <a:cubicBezTo>
                          <a:pt x="38145" y="76821"/>
                          <a:pt x="39097" y="74249"/>
                          <a:pt x="41002" y="72440"/>
                        </a:cubicBezTo>
                        <a:close/>
                        <a:moveTo>
                          <a:pt x="16618" y="87965"/>
                        </a:moveTo>
                        <a:lnTo>
                          <a:pt x="10713" y="82060"/>
                        </a:lnTo>
                        <a:lnTo>
                          <a:pt x="12903" y="73964"/>
                        </a:lnTo>
                        <a:lnTo>
                          <a:pt x="21000" y="71773"/>
                        </a:lnTo>
                        <a:lnTo>
                          <a:pt x="26905" y="77678"/>
                        </a:lnTo>
                        <a:lnTo>
                          <a:pt x="24714" y="85775"/>
                        </a:lnTo>
                        <a:lnTo>
                          <a:pt x="16618" y="8796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 name="Google Shape;238;p11"/>
                  <p:cNvSpPr/>
                  <p:nvPr/>
                </p:nvSpPr>
                <p:spPr>
                  <a:xfrm>
                    <a:off x="7868880" y="1051560"/>
                    <a:ext cx="9360" cy="9360"/>
                  </a:xfrm>
                  <a:custGeom>
                    <a:avLst/>
                    <a:gdLst>
                      <a:gd name="textAreaLeft" fmla="*/ 0 w 9360"/>
                      <a:gd name="textAreaRight" fmla="*/ 9720 w 9360"/>
                      <a:gd name="textAreaTop" fmla="*/ 0 h 9360"/>
                      <a:gd name="textAreaBottom" fmla="*/ 9720 h 9360"/>
                    </a:gdLst>
                    <a:ahLst/>
                    <a:cxnLst/>
                    <a:rect l="textAreaLeft" t="textAreaTop" r="textAreaRight" b="textAreaBottom"/>
                    <a:pathLst>
                      <a:path w="15573" h="15573">
                        <a:moveTo>
                          <a:pt x="786" y="14883"/>
                        </a:moveTo>
                        <a:lnTo>
                          <a:pt x="786" y="14883"/>
                        </a:lnTo>
                        <a:cubicBezTo>
                          <a:pt x="-262" y="13835"/>
                          <a:pt x="-262" y="12025"/>
                          <a:pt x="786" y="10882"/>
                        </a:cubicBezTo>
                        <a:lnTo>
                          <a:pt x="10882" y="786"/>
                        </a:lnTo>
                        <a:cubicBezTo>
                          <a:pt x="11930" y="-262"/>
                          <a:pt x="13740" y="-262"/>
                          <a:pt x="14788" y="786"/>
                        </a:cubicBezTo>
                        <a:lnTo>
                          <a:pt x="14788" y="786"/>
                        </a:lnTo>
                        <a:cubicBezTo>
                          <a:pt x="15835" y="1834"/>
                          <a:pt x="15835" y="3643"/>
                          <a:pt x="14788" y="4691"/>
                        </a:cubicBezTo>
                        <a:lnTo>
                          <a:pt x="4691" y="14788"/>
                        </a:lnTo>
                        <a:cubicBezTo>
                          <a:pt x="3643" y="15835"/>
                          <a:pt x="1834" y="15835"/>
                          <a:pt x="690" y="14788"/>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sp>
        <p:nvSpPr>
          <p:cNvPr id="82"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83" name="PlaceHolder 2"/>
          <p:cNvSpPr>
            <a:spLocks noGrp="1"/>
          </p:cNvSpPr>
          <p:nvPr>
            <p:ph type="title"/>
          </p:nvPr>
        </p:nvSpPr>
        <p:spPr>
          <a:xfrm>
            <a:off x="1100880" y="1203480"/>
            <a:ext cx="734400" cy="572400"/>
          </a:xfrm>
          <a:prstGeom prst="rect">
            <a:avLst/>
          </a:prstGeom>
          <a:noFill/>
          <a:ln w="0">
            <a:noFill/>
          </a:ln>
        </p:spPr>
        <p:txBody>
          <a:bodyPr lIns="91440" tIns="91440" rIns="91440" bIns="91440" anchor="b">
            <a:noAutofit/>
          </a:bodyPr>
          <a:lstStyle/>
          <a:p>
            <a:pPr indent="0">
              <a:lnSpc>
                <a:spcPct val="100000"/>
              </a:lnSpc>
              <a:buNone/>
            </a:pPr>
            <a:r>
              <a:rPr lang="fr-FR" sz="3000" b="1" u="none" strike="noStrike">
                <a:solidFill>
                  <a:schemeClr val="dk1"/>
                </a:solidFill>
                <a:effectLst/>
                <a:uFillTx/>
                <a:latin typeface="Epilogue"/>
                <a:ea typeface="Epilogue"/>
              </a:rPr>
              <a:t>xx%</a:t>
            </a:r>
            <a:endParaRPr lang="fr-FR" sz="3000" b="0" u="none" strike="noStrike">
              <a:solidFill>
                <a:schemeClr val="dk1"/>
              </a:solidFill>
              <a:effectLst/>
              <a:uFillTx/>
              <a:latin typeface="Arial"/>
            </a:endParaRPr>
          </a:p>
        </p:txBody>
      </p:sp>
      <p:sp>
        <p:nvSpPr>
          <p:cNvPr id="84" name="PlaceHolder 3"/>
          <p:cNvSpPr>
            <a:spLocks noGrp="1"/>
          </p:cNvSpPr>
          <p:nvPr>
            <p:ph type="title"/>
          </p:nvPr>
        </p:nvSpPr>
        <p:spPr>
          <a:xfrm>
            <a:off x="1100880" y="2789280"/>
            <a:ext cx="734400" cy="572400"/>
          </a:xfrm>
          <a:prstGeom prst="rect">
            <a:avLst/>
          </a:prstGeom>
          <a:noFill/>
          <a:ln w="0">
            <a:noFill/>
          </a:ln>
        </p:spPr>
        <p:txBody>
          <a:bodyPr lIns="91440" tIns="91440" rIns="91440" bIns="91440" anchor="b">
            <a:noAutofit/>
          </a:bodyPr>
          <a:lstStyle/>
          <a:p>
            <a:pPr indent="0">
              <a:lnSpc>
                <a:spcPct val="100000"/>
              </a:lnSpc>
              <a:buNone/>
            </a:pPr>
            <a:r>
              <a:rPr lang="fr-FR" sz="3000" b="1" u="none" strike="noStrike">
                <a:solidFill>
                  <a:schemeClr val="dk1"/>
                </a:solidFill>
                <a:effectLst/>
                <a:uFillTx/>
                <a:latin typeface="Epilogue"/>
                <a:ea typeface="Epilogue"/>
              </a:rPr>
              <a:t>xx%</a:t>
            </a:r>
            <a:endParaRPr lang="fr-FR" sz="3000" b="0" u="none" strike="noStrike">
              <a:solidFill>
                <a:schemeClr val="dk1"/>
              </a:solidFill>
              <a:effectLst/>
              <a:uFillTx/>
              <a:latin typeface="Arial"/>
            </a:endParaRPr>
          </a:p>
        </p:txBody>
      </p:sp>
      <p:sp>
        <p:nvSpPr>
          <p:cNvPr id="85" name="PlaceHolder 4"/>
          <p:cNvSpPr>
            <a:spLocks noGrp="1"/>
          </p:cNvSpPr>
          <p:nvPr>
            <p:ph type="title"/>
          </p:nvPr>
        </p:nvSpPr>
        <p:spPr>
          <a:xfrm>
            <a:off x="3419280" y="1203480"/>
            <a:ext cx="734400" cy="572400"/>
          </a:xfrm>
          <a:prstGeom prst="rect">
            <a:avLst/>
          </a:prstGeom>
          <a:noFill/>
          <a:ln w="0">
            <a:noFill/>
          </a:ln>
        </p:spPr>
        <p:txBody>
          <a:bodyPr lIns="91440" tIns="91440" rIns="91440" bIns="91440" anchor="b">
            <a:noAutofit/>
          </a:bodyPr>
          <a:lstStyle/>
          <a:p>
            <a:pPr indent="0">
              <a:lnSpc>
                <a:spcPct val="100000"/>
              </a:lnSpc>
              <a:buNone/>
            </a:pPr>
            <a:r>
              <a:rPr lang="fr-FR" sz="3000" b="1" u="none" strike="noStrike">
                <a:solidFill>
                  <a:schemeClr val="dk1"/>
                </a:solidFill>
                <a:effectLst/>
                <a:uFillTx/>
                <a:latin typeface="Epilogue"/>
                <a:ea typeface="Epilogue"/>
              </a:rPr>
              <a:t>xx%</a:t>
            </a:r>
            <a:endParaRPr lang="fr-FR" sz="3000" b="0" u="none" strike="noStrike">
              <a:solidFill>
                <a:schemeClr val="dk1"/>
              </a:solidFill>
              <a:effectLst/>
              <a:uFillTx/>
              <a:latin typeface="Arial"/>
            </a:endParaRPr>
          </a:p>
        </p:txBody>
      </p:sp>
      <p:sp>
        <p:nvSpPr>
          <p:cNvPr id="86" name="PlaceHolder 5"/>
          <p:cNvSpPr>
            <a:spLocks noGrp="1"/>
          </p:cNvSpPr>
          <p:nvPr>
            <p:ph type="title"/>
          </p:nvPr>
        </p:nvSpPr>
        <p:spPr>
          <a:xfrm>
            <a:off x="3419280" y="2789280"/>
            <a:ext cx="734400" cy="572400"/>
          </a:xfrm>
          <a:prstGeom prst="rect">
            <a:avLst/>
          </a:prstGeom>
          <a:noFill/>
          <a:ln w="0">
            <a:noFill/>
          </a:ln>
        </p:spPr>
        <p:txBody>
          <a:bodyPr lIns="91440" tIns="91440" rIns="91440" bIns="91440" anchor="b">
            <a:noAutofit/>
          </a:bodyPr>
          <a:lstStyle/>
          <a:p>
            <a:pPr indent="0">
              <a:lnSpc>
                <a:spcPct val="100000"/>
              </a:lnSpc>
              <a:buNone/>
            </a:pPr>
            <a:r>
              <a:rPr lang="fr-FR" sz="3000" b="1" u="none" strike="noStrike">
                <a:solidFill>
                  <a:schemeClr val="dk1"/>
                </a:solidFill>
                <a:effectLst/>
                <a:uFillTx/>
                <a:latin typeface="Epilogue"/>
                <a:ea typeface="Epilogue"/>
              </a:rPr>
              <a:t>xx%</a:t>
            </a:r>
            <a:endParaRPr lang="fr-FR" sz="3000" b="0" u="none" strike="noStrike">
              <a:solidFill>
                <a:schemeClr val="dk1"/>
              </a:solidFill>
              <a:effectLst/>
              <a:uFillTx/>
              <a:latin typeface="Arial"/>
            </a:endParaRPr>
          </a:p>
        </p:txBody>
      </p:sp>
      <p:sp>
        <p:nvSpPr>
          <p:cNvPr id="87" name="PlaceHolder 6"/>
          <p:cNvSpPr>
            <a:spLocks noGrp="1"/>
          </p:cNvSpPr>
          <p:nvPr>
            <p:ph type="title"/>
          </p:nvPr>
        </p:nvSpPr>
        <p:spPr>
          <a:xfrm>
            <a:off x="5737680" y="1203480"/>
            <a:ext cx="734400" cy="572400"/>
          </a:xfrm>
          <a:prstGeom prst="rect">
            <a:avLst/>
          </a:prstGeom>
          <a:noFill/>
          <a:ln w="0">
            <a:noFill/>
          </a:ln>
        </p:spPr>
        <p:txBody>
          <a:bodyPr lIns="91440" tIns="91440" rIns="91440" bIns="91440" anchor="b">
            <a:noAutofit/>
          </a:bodyPr>
          <a:lstStyle/>
          <a:p>
            <a:pPr indent="0">
              <a:lnSpc>
                <a:spcPct val="100000"/>
              </a:lnSpc>
              <a:buNone/>
            </a:pPr>
            <a:r>
              <a:rPr lang="fr-FR" sz="3000" b="1" u="none" strike="noStrike">
                <a:solidFill>
                  <a:schemeClr val="dk1"/>
                </a:solidFill>
                <a:effectLst/>
                <a:uFillTx/>
                <a:latin typeface="Epilogue"/>
                <a:ea typeface="Epilogue"/>
              </a:rPr>
              <a:t>xx%</a:t>
            </a:r>
            <a:endParaRPr lang="fr-FR" sz="3000" b="0" u="none" strike="noStrike">
              <a:solidFill>
                <a:schemeClr val="dk1"/>
              </a:solidFill>
              <a:effectLst/>
              <a:uFillTx/>
              <a:latin typeface="Arial"/>
            </a:endParaRPr>
          </a:p>
        </p:txBody>
      </p:sp>
      <p:sp>
        <p:nvSpPr>
          <p:cNvPr id="88" name="PlaceHolder 7"/>
          <p:cNvSpPr>
            <a:spLocks noGrp="1"/>
          </p:cNvSpPr>
          <p:nvPr>
            <p:ph type="title"/>
          </p:nvPr>
        </p:nvSpPr>
        <p:spPr>
          <a:xfrm>
            <a:off x="5737680" y="2789280"/>
            <a:ext cx="734400" cy="572400"/>
          </a:xfrm>
          <a:prstGeom prst="rect">
            <a:avLst/>
          </a:prstGeom>
          <a:noFill/>
          <a:ln w="0">
            <a:noFill/>
          </a:ln>
        </p:spPr>
        <p:txBody>
          <a:bodyPr lIns="91440" tIns="91440" rIns="91440" bIns="91440" anchor="b">
            <a:noAutofit/>
          </a:bodyPr>
          <a:lstStyle/>
          <a:p>
            <a:pPr indent="0">
              <a:lnSpc>
                <a:spcPct val="100000"/>
              </a:lnSpc>
              <a:buNone/>
            </a:pPr>
            <a:r>
              <a:rPr lang="fr-FR" sz="3000" b="1" u="none" strike="noStrike">
                <a:solidFill>
                  <a:schemeClr val="dk1"/>
                </a:solidFill>
                <a:effectLst/>
                <a:uFillTx/>
                <a:latin typeface="Epilogue"/>
                <a:ea typeface="Epilogue"/>
              </a:rPr>
              <a:t>xx%</a:t>
            </a:r>
            <a:endParaRPr lang="fr-FR" sz="3000" b="0" u="none" strike="noStrike">
              <a:solidFill>
                <a:schemeClr val="dk1"/>
              </a:solidFill>
              <a:effectLst/>
              <a:uFillTx/>
              <a:latin typeface="Arial"/>
            </a:endParaRPr>
          </a:p>
        </p:txBody>
      </p:sp>
      <p:sp>
        <p:nvSpPr>
          <p:cNvPr id="89" name="Google Shape;254;p13"/>
          <p:cNvSpPr/>
          <p:nvPr/>
        </p:nvSpPr>
        <p:spPr>
          <a:xfrm rot="8820000" flipH="1">
            <a:off x="7035120" y="3934080"/>
            <a:ext cx="3158280" cy="2509200"/>
          </a:xfrm>
          <a:custGeom>
            <a:avLst/>
            <a:gdLst>
              <a:gd name="textAreaLeft" fmla="*/ -360 w 3158280"/>
              <a:gd name="textAreaRight" fmla="*/ 3158280 w 3158280"/>
              <a:gd name="textAreaTop" fmla="*/ 0 h 2509200"/>
              <a:gd name="textAreaBottom" fmla="*/ 2509560 h 25092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 name="Google Shape;255;p13"/>
          <p:cNvSpPr/>
          <p:nvPr/>
        </p:nvSpPr>
        <p:spPr>
          <a:xfrm rot="17943000" flipH="1">
            <a:off x="-1336680" y="-858960"/>
            <a:ext cx="2745360" cy="1921320"/>
          </a:xfrm>
          <a:custGeom>
            <a:avLst/>
            <a:gdLst>
              <a:gd name="textAreaLeft" fmla="*/ 360 w 2745360"/>
              <a:gd name="textAreaRight" fmla="*/ 2746080 w 2745360"/>
              <a:gd name="textAreaTop" fmla="*/ 0 h 1921320"/>
              <a:gd name="textAreaBottom" fmla="*/ 1921680 h 1921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91" name="Google Shape;256;p13"/>
          <p:cNvGrpSpPr/>
          <p:nvPr/>
        </p:nvGrpSpPr>
        <p:grpSpPr>
          <a:xfrm>
            <a:off x="8115120" y="266760"/>
            <a:ext cx="829800" cy="750600"/>
            <a:chOff x="8115120" y="266760"/>
            <a:chExt cx="829800" cy="750600"/>
          </a:xfrm>
        </p:grpSpPr>
        <p:grpSp>
          <p:nvGrpSpPr>
            <p:cNvPr id="92" name="Google Shape;257;p13"/>
            <p:cNvGrpSpPr/>
            <p:nvPr/>
          </p:nvGrpSpPr>
          <p:grpSpPr>
            <a:xfrm>
              <a:off x="8115120" y="266760"/>
              <a:ext cx="829800" cy="750600"/>
              <a:chOff x="8115120" y="266760"/>
              <a:chExt cx="829800" cy="750600"/>
            </a:xfrm>
          </p:grpSpPr>
          <p:sp>
            <p:nvSpPr>
              <p:cNvPr id="93" name="Google Shape;258;p13"/>
              <p:cNvSpPr/>
              <p:nvPr/>
            </p:nvSpPr>
            <p:spPr>
              <a:xfrm>
                <a:off x="8115120" y="266760"/>
                <a:ext cx="829800" cy="750600"/>
              </a:xfrm>
              <a:custGeom>
                <a:avLst/>
                <a:gdLst>
                  <a:gd name="textAreaLeft" fmla="*/ 0 w 829800"/>
                  <a:gd name="textAreaRight" fmla="*/ 830160 w 829800"/>
                  <a:gd name="textAreaTop" fmla="*/ 0 h 750600"/>
                  <a:gd name="textAreaBottom" fmla="*/ 750960 h 750600"/>
                </a:gdLst>
                <a:ahLst/>
                <a:cxnLst/>
                <a:rect l="textAreaLeft" t="textAreaTop" r="textAreaRight" b="textAreaBottom"/>
                <a:pathLst>
                  <a:path w="598074" h="541115">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4" name="Google Shape;259;p13"/>
              <p:cNvGrpSpPr/>
              <p:nvPr/>
            </p:nvGrpSpPr>
            <p:grpSpPr>
              <a:xfrm>
                <a:off x="8655480" y="309960"/>
                <a:ext cx="228240" cy="57240"/>
                <a:chOff x="8655480" y="309960"/>
                <a:chExt cx="228240" cy="57240"/>
              </a:xfrm>
            </p:grpSpPr>
            <p:sp>
              <p:nvSpPr>
                <p:cNvPr id="95" name="Google Shape;260;p13"/>
                <p:cNvSpPr/>
                <p:nvPr/>
              </p:nvSpPr>
              <p:spPr>
                <a:xfrm>
                  <a:off x="882648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 name="Google Shape;261;p13"/>
                <p:cNvSpPr/>
                <p:nvPr/>
              </p:nvSpPr>
              <p:spPr>
                <a:xfrm>
                  <a:off x="874116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 name="Google Shape;262;p13"/>
                <p:cNvSpPr/>
                <p:nvPr/>
              </p:nvSpPr>
              <p:spPr>
                <a:xfrm>
                  <a:off x="865548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98" name="Google Shape;263;p13"/>
            <p:cNvGrpSpPr/>
            <p:nvPr/>
          </p:nvGrpSpPr>
          <p:grpSpPr>
            <a:xfrm>
              <a:off x="8207280" y="495720"/>
              <a:ext cx="652680" cy="336960"/>
              <a:chOff x="8207280" y="495720"/>
              <a:chExt cx="652680" cy="336960"/>
            </a:xfrm>
          </p:grpSpPr>
          <p:sp>
            <p:nvSpPr>
              <p:cNvPr id="99" name="Google Shape;264;p13"/>
              <p:cNvSpPr/>
              <p:nvPr/>
            </p:nvSpPr>
            <p:spPr>
              <a:xfrm>
                <a:off x="8207280" y="508320"/>
                <a:ext cx="302760" cy="302400"/>
              </a:xfrm>
              <a:custGeom>
                <a:avLst/>
                <a:gdLst>
                  <a:gd name="textAreaLeft" fmla="*/ 0 w 302760"/>
                  <a:gd name="textAreaRight" fmla="*/ 303120 w 302760"/>
                  <a:gd name="textAreaTop" fmla="*/ 0 h 302400"/>
                  <a:gd name="textAreaBottom" fmla="*/ 302760 h 302400"/>
                </a:gdLst>
                <a:ahLst/>
                <a:cxnLst/>
                <a:rect l="textAreaLeft" t="textAreaTop" r="textAreaRight" b="textAreaBottom"/>
                <a:pathLst>
                  <a:path w="218503" h="218217">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00" name="Google Shape;265;p13"/>
              <p:cNvGrpSpPr/>
              <p:nvPr/>
            </p:nvGrpSpPr>
            <p:grpSpPr>
              <a:xfrm>
                <a:off x="8563320" y="495720"/>
                <a:ext cx="296640" cy="336960"/>
                <a:chOff x="8563320" y="495720"/>
                <a:chExt cx="296640" cy="336960"/>
              </a:xfrm>
            </p:grpSpPr>
            <p:grpSp>
              <p:nvGrpSpPr>
                <p:cNvPr id="101" name="Google Shape;266;p13"/>
                <p:cNvGrpSpPr/>
                <p:nvPr/>
              </p:nvGrpSpPr>
              <p:grpSpPr>
                <a:xfrm>
                  <a:off x="8563320" y="704880"/>
                  <a:ext cx="296640" cy="127800"/>
                  <a:chOff x="8563320" y="704880"/>
                  <a:chExt cx="296640" cy="127800"/>
                </a:xfrm>
              </p:grpSpPr>
              <p:sp>
                <p:nvSpPr>
                  <p:cNvPr id="102" name="Google Shape;267;p13"/>
                  <p:cNvSpPr/>
                  <p:nvPr/>
                </p:nvSpPr>
                <p:spPr>
                  <a:xfrm>
                    <a:off x="8563320" y="73188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 name="Google Shape;268;p13"/>
                  <p:cNvSpPr/>
                  <p:nvPr/>
                </p:nvSpPr>
                <p:spPr>
                  <a:xfrm>
                    <a:off x="8563320" y="70488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4" name="Google Shape;269;p13"/>
                <p:cNvGrpSpPr/>
                <p:nvPr/>
              </p:nvGrpSpPr>
              <p:grpSpPr>
                <a:xfrm>
                  <a:off x="8563320" y="600480"/>
                  <a:ext cx="296640" cy="127800"/>
                  <a:chOff x="8563320" y="600480"/>
                  <a:chExt cx="296640" cy="127800"/>
                </a:xfrm>
              </p:grpSpPr>
              <p:sp>
                <p:nvSpPr>
                  <p:cNvPr id="105" name="Google Shape;270;p13"/>
                  <p:cNvSpPr/>
                  <p:nvPr/>
                </p:nvSpPr>
                <p:spPr>
                  <a:xfrm>
                    <a:off x="8563320" y="62748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6" name="Google Shape;271;p13"/>
                  <p:cNvSpPr/>
                  <p:nvPr/>
                </p:nvSpPr>
                <p:spPr>
                  <a:xfrm>
                    <a:off x="8563320" y="60048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7" name="Google Shape;272;p13"/>
                <p:cNvGrpSpPr/>
                <p:nvPr/>
              </p:nvGrpSpPr>
              <p:grpSpPr>
                <a:xfrm>
                  <a:off x="8563320" y="495720"/>
                  <a:ext cx="296640" cy="127800"/>
                  <a:chOff x="8563320" y="495720"/>
                  <a:chExt cx="296640" cy="127800"/>
                </a:xfrm>
              </p:grpSpPr>
              <p:sp>
                <p:nvSpPr>
                  <p:cNvPr id="108" name="Google Shape;273;p13"/>
                  <p:cNvSpPr/>
                  <p:nvPr/>
                </p:nvSpPr>
                <p:spPr>
                  <a:xfrm>
                    <a:off x="8563320" y="52272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 name="Google Shape;274;p13"/>
                  <p:cNvSpPr/>
                  <p:nvPr/>
                </p:nvSpPr>
                <p:spPr>
                  <a:xfrm>
                    <a:off x="8563320" y="49572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grpSp>
      <p:sp>
        <p:nvSpPr>
          <p:cNvPr id="110" name="Google Shape;275;p13"/>
          <p:cNvSpPr/>
          <p:nvPr/>
        </p:nvSpPr>
        <p:spPr>
          <a:xfrm>
            <a:off x="63000" y="4828680"/>
            <a:ext cx="733680" cy="45000"/>
          </a:xfrm>
          <a:custGeom>
            <a:avLst/>
            <a:gdLst>
              <a:gd name="textAreaLeft" fmla="*/ 0 w 733680"/>
              <a:gd name="textAreaRight" fmla="*/ 734040 w 733680"/>
              <a:gd name="textAreaTop" fmla="*/ 0 h 45000"/>
              <a:gd name="textAreaBottom" fmla="*/ 45360 h 45000"/>
            </a:gdLst>
            <a:ahLst/>
            <a:cxnLst/>
            <a:rect l="textAreaLeft" t="textAreaTop" r="textAreaRight" b="textAreaBottom"/>
            <a:pathLst>
              <a:path w="824770" h="50863">
                <a:moveTo>
                  <a:pt x="799338" y="50863"/>
                </a:moveTo>
                <a:lnTo>
                  <a:pt x="25432" y="50863"/>
                </a:lnTo>
                <a:cubicBezTo>
                  <a:pt x="11430" y="50863"/>
                  <a:pt x="0" y="39433"/>
                  <a:pt x="0" y="25432"/>
                </a:cubicBezTo>
                <a:lnTo>
                  <a:pt x="0" y="25432"/>
                </a:lnTo>
                <a:cubicBezTo>
                  <a:pt x="0" y="11430"/>
                  <a:pt x="11430" y="0"/>
                  <a:pt x="25432" y="0"/>
                </a:cubicBezTo>
                <a:lnTo>
                  <a:pt x="799338" y="0"/>
                </a:lnTo>
                <a:cubicBezTo>
                  <a:pt x="813339" y="0"/>
                  <a:pt x="824770" y="11430"/>
                  <a:pt x="824770" y="25432"/>
                </a:cubicBezTo>
                <a:lnTo>
                  <a:pt x="824770" y="25432"/>
                </a:lnTo>
                <a:cubicBezTo>
                  <a:pt x="824770" y="39433"/>
                  <a:pt x="813339" y="50863"/>
                  <a:pt x="799338" y="50863"/>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1" name="Google Shape;276;p13"/>
          <p:cNvGrpSpPr/>
          <p:nvPr/>
        </p:nvGrpSpPr>
        <p:grpSpPr>
          <a:xfrm>
            <a:off x="103320" y="3891240"/>
            <a:ext cx="668160" cy="959400"/>
            <a:chOff x="103320" y="3891240"/>
            <a:chExt cx="668160" cy="959400"/>
          </a:xfrm>
        </p:grpSpPr>
        <p:grpSp>
          <p:nvGrpSpPr>
            <p:cNvPr id="112" name="Google Shape;277;p13"/>
            <p:cNvGrpSpPr/>
            <p:nvPr/>
          </p:nvGrpSpPr>
          <p:grpSpPr>
            <a:xfrm>
              <a:off x="103320" y="3891240"/>
              <a:ext cx="556920" cy="959400"/>
              <a:chOff x="103320" y="3891240"/>
              <a:chExt cx="556920" cy="959400"/>
            </a:xfrm>
          </p:grpSpPr>
          <p:grpSp>
            <p:nvGrpSpPr>
              <p:cNvPr id="113" name="Google Shape;278;p13"/>
              <p:cNvGrpSpPr/>
              <p:nvPr/>
            </p:nvGrpSpPr>
            <p:grpSpPr>
              <a:xfrm>
                <a:off x="444960" y="4033440"/>
                <a:ext cx="215280" cy="817200"/>
                <a:chOff x="444960" y="4033440"/>
                <a:chExt cx="215280" cy="817200"/>
              </a:xfrm>
            </p:grpSpPr>
            <p:sp>
              <p:nvSpPr>
                <p:cNvPr id="114" name="Google Shape;279;p13"/>
                <p:cNvSpPr/>
                <p:nvPr/>
              </p:nvSpPr>
              <p:spPr>
                <a:xfrm rot="21152400">
                  <a:off x="496800" y="4037040"/>
                  <a:ext cx="111240" cy="809640"/>
                </a:xfrm>
                <a:custGeom>
                  <a:avLst/>
                  <a:gdLst>
                    <a:gd name="textAreaLeft" fmla="*/ 0 w 111240"/>
                    <a:gd name="textAreaRight" fmla="*/ 111600 w 111240"/>
                    <a:gd name="textAreaTop" fmla="*/ 0 h 809640"/>
                    <a:gd name="textAreaBottom" fmla="*/ 810000 h 809640"/>
                  </a:gdLst>
                  <a:ahLst/>
                  <a:cxnLst/>
                  <a:rect l="textAreaLeft" t="textAreaTop" r="textAreaRight" b="textAreaBottom"/>
                  <a:pathLst>
                    <a:path w="125444" h="909637">
                      <a:moveTo>
                        <a:pt x="0" y="0"/>
                      </a:moveTo>
                      <a:lnTo>
                        <a:pt x="125445" y="0"/>
                      </a:lnTo>
                      <a:lnTo>
                        <a:pt x="125445" y="909637"/>
                      </a:lnTo>
                      <a:lnTo>
                        <a:pt x="0" y="909637"/>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 name="Google Shape;280;p13"/>
                <p:cNvSpPr/>
                <p:nvPr/>
              </p:nvSpPr>
              <p:spPr>
                <a:xfrm>
                  <a:off x="488520" y="4073040"/>
                  <a:ext cx="37080" cy="37080"/>
                </a:xfrm>
                <a:custGeom>
                  <a:avLst/>
                  <a:gdLst>
                    <a:gd name="textAreaLeft" fmla="*/ 0 w 37080"/>
                    <a:gd name="textAreaRight" fmla="*/ 37440 w 37080"/>
                    <a:gd name="textAreaTop" fmla="*/ 0 h 37080"/>
                    <a:gd name="textAreaBottom" fmla="*/ 37440 h 37080"/>
                  </a:gdLst>
                  <a:ahLst/>
                  <a:cxnLst/>
                  <a:rect l="textAreaLeft" t="textAreaTop" r="textAreaRight" b="textAreaBottom"/>
                  <a:pathLst>
                    <a:path w="42088" h="42088">
                      <a:moveTo>
                        <a:pt x="41904" y="18282"/>
                      </a:moveTo>
                      <a:cubicBezTo>
                        <a:pt x="43428" y="29807"/>
                        <a:pt x="35331" y="40380"/>
                        <a:pt x="23806" y="41904"/>
                      </a:cubicBezTo>
                      <a:cubicBezTo>
                        <a:pt x="12281" y="43428"/>
                        <a:pt x="1709" y="35332"/>
                        <a:pt x="184" y="23806"/>
                      </a:cubicBezTo>
                      <a:cubicBezTo>
                        <a:pt x="-1340" y="12281"/>
                        <a:pt x="6756" y="1708"/>
                        <a:pt x="18282" y="184"/>
                      </a:cubicBezTo>
                      <a:cubicBezTo>
                        <a:pt x="29807" y="-1340"/>
                        <a:pt x="40380" y="6757"/>
                        <a:pt x="41904" y="1828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720" bIns="18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 name="Google Shape;281;p13"/>
                <p:cNvSpPr/>
                <p:nvPr/>
              </p:nvSpPr>
              <p:spPr>
                <a:xfrm>
                  <a:off x="496440" y="4132800"/>
                  <a:ext cx="37080" cy="37080"/>
                </a:xfrm>
                <a:custGeom>
                  <a:avLst/>
                  <a:gdLst>
                    <a:gd name="textAreaLeft" fmla="*/ 0 w 37080"/>
                    <a:gd name="textAreaRight" fmla="*/ 37440 w 37080"/>
                    <a:gd name="textAreaTop" fmla="*/ 0 h 37080"/>
                    <a:gd name="textAreaBottom" fmla="*/ 37440 h 37080"/>
                  </a:gdLst>
                  <a:ahLst/>
                  <a:cxnLst/>
                  <a:rect l="textAreaLeft" t="textAreaTop" r="textAreaRight" b="textAreaBottom"/>
                  <a:pathLst>
                    <a:path w="42087" h="42087">
                      <a:moveTo>
                        <a:pt x="41904" y="18282"/>
                      </a:moveTo>
                      <a:cubicBezTo>
                        <a:pt x="43427" y="29807"/>
                        <a:pt x="35331" y="40380"/>
                        <a:pt x="23806" y="41904"/>
                      </a:cubicBezTo>
                      <a:cubicBezTo>
                        <a:pt x="12280" y="43428"/>
                        <a:pt x="1708" y="35332"/>
                        <a:pt x="184" y="23806"/>
                      </a:cubicBezTo>
                      <a:cubicBezTo>
                        <a:pt x="-1340" y="12281"/>
                        <a:pt x="6756" y="1708"/>
                        <a:pt x="18281" y="184"/>
                      </a:cubicBezTo>
                      <a:cubicBezTo>
                        <a:pt x="29807" y="-1340"/>
                        <a:pt x="40380" y="6757"/>
                        <a:pt x="41904" y="1828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720" bIns="18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7" name="Google Shape;282;p13"/>
                <p:cNvGrpSpPr/>
                <p:nvPr/>
              </p:nvGrpSpPr>
              <p:grpSpPr>
                <a:xfrm>
                  <a:off x="543600" y="4656600"/>
                  <a:ext cx="88560" cy="101520"/>
                  <a:chOff x="543600" y="4656600"/>
                  <a:chExt cx="88560" cy="101520"/>
                </a:xfrm>
              </p:grpSpPr>
              <p:sp>
                <p:nvSpPr>
                  <p:cNvPr id="118" name="Google Shape;283;p13"/>
                  <p:cNvSpPr/>
                  <p:nvPr/>
                </p:nvSpPr>
                <p:spPr>
                  <a:xfrm rot="21152400">
                    <a:off x="543960" y="4661280"/>
                    <a:ext cx="77760" cy="12960"/>
                  </a:xfrm>
                  <a:custGeom>
                    <a:avLst/>
                    <a:gdLst>
                      <a:gd name="textAreaLeft" fmla="*/ 0 w 77760"/>
                      <a:gd name="textAreaRight" fmla="*/ 78120 w 77760"/>
                      <a:gd name="textAreaTop" fmla="*/ 0 h 12960"/>
                      <a:gd name="textAreaBottom" fmla="*/ 13320 h 12960"/>
                    </a:gdLst>
                    <a:ahLst/>
                    <a:cxnLst/>
                    <a:rect l="textAreaLeft" t="textAreaTop" r="textAreaRight" b="textAreaBottom"/>
                    <a:pathLst>
                      <a:path w="87915" h="15049">
                        <a:moveTo>
                          <a:pt x="0" y="0"/>
                        </a:moveTo>
                        <a:lnTo>
                          <a:pt x="87916" y="0"/>
                        </a:lnTo>
                        <a:lnTo>
                          <a:pt x="87916" y="15049"/>
                        </a:lnTo>
                        <a:lnTo>
                          <a:pt x="0" y="15049"/>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 name="Google Shape;284;p13"/>
                  <p:cNvSpPr/>
                  <p:nvPr/>
                </p:nvSpPr>
                <p:spPr>
                  <a:xfrm rot="21152400">
                    <a:off x="547560" y="4686840"/>
                    <a:ext cx="77760" cy="12960"/>
                  </a:xfrm>
                  <a:custGeom>
                    <a:avLst/>
                    <a:gdLst>
                      <a:gd name="textAreaLeft" fmla="*/ 0 w 77760"/>
                      <a:gd name="textAreaRight" fmla="*/ 78120 w 77760"/>
                      <a:gd name="textAreaTop" fmla="*/ 0 h 12960"/>
                      <a:gd name="textAreaBottom" fmla="*/ 13320 h 12960"/>
                    </a:gdLst>
                    <a:ahLst/>
                    <a:cxnLst/>
                    <a:rect l="textAreaLeft" t="textAreaTop" r="textAreaRight" b="textAreaBottom"/>
                    <a:pathLst>
                      <a:path w="87915" h="15049">
                        <a:moveTo>
                          <a:pt x="0" y="0"/>
                        </a:moveTo>
                        <a:lnTo>
                          <a:pt x="87916" y="0"/>
                        </a:lnTo>
                        <a:lnTo>
                          <a:pt x="87916" y="15050"/>
                        </a:lnTo>
                        <a:lnTo>
                          <a:pt x="0" y="1505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 name="Google Shape;285;p13"/>
                  <p:cNvSpPr/>
                  <p:nvPr/>
                </p:nvSpPr>
                <p:spPr>
                  <a:xfrm rot="21152400">
                    <a:off x="550080" y="4714200"/>
                    <a:ext cx="77760" cy="12960"/>
                  </a:xfrm>
                  <a:custGeom>
                    <a:avLst/>
                    <a:gdLst>
                      <a:gd name="textAreaLeft" fmla="*/ 0 w 77760"/>
                      <a:gd name="textAreaRight" fmla="*/ 78120 w 77760"/>
                      <a:gd name="textAreaTop" fmla="*/ 0 h 12960"/>
                      <a:gd name="textAreaBottom" fmla="*/ 13320 h 12960"/>
                    </a:gdLst>
                    <a:ahLst/>
                    <a:cxnLst/>
                    <a:rect l="textAreaLeft" t="textAreaTop" r="textAreaRight" b="textAreaBottom"/>
                    <a:pathLst>
                      <a:path w="87915" h="15049">
                        <a:moveTo>
                          <a:pt x="0" y="0"/>
                        </a:moveTo>
                        <a:lnTo>
                          <a:pt x="87916" y="0"/>
                        </a:lnTo>
                        <a:lnTo>
                          <a:pt x="87916" y="15050"/>
                        </a:lnTo>
                        <a:lnTo>
                          <a:pt x="0" y="1505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 name="Google Shape;286;p13"/>
                  <p:cNvSpPr/>
                  <p:nvPr/>
                </p:nvSpPr>
                <p:spPr>
                  <a:xfrm rot="21152400">
                    <a:off x="553680" y="4739760"/>
                    <a:ext cx="77760" cy="12960"/>
                  </a:xfrm>
                  <a:custGeom>
                    <a:avLst/>
                    <a:gdLst>
                      <a:gd name="textAreaLeft" fmla="*/ 0 w 77760"/>
                      <a:gd name="textAreaRight" fmla="*/ 78120 w 77760"/>
                      <a:gd name="textAreaTop" fmla="*/ 0 h 12960"/>
                      <a:gd name="textAreaBottom" fmla="*/ 13320 h 12960"/>
                    </a:gdLst>
                    <a:ahLst/>
                    <a:cxnLst/>
                    <a:rect l="textAreaLeft" t="textAreaTop" r="textAreaRight" b="textAreaBottom"/>
                    <a:pathLst>
                      <a:path w="87915" h="15049">
                        <a:moveTo>
                          <a:pt x="0" y="0"/>
                        </a:moveTo>
                        <a:lnTo>
                          <a:pt x="87915" y="0"/>
                        </a:lnTo>
                        <a:lnTo>
                          <a:pt x="87915" y="15050"/>
                        </a:lnTo>
                        <a:lnTo>
                          <a:pt x="0" y="1505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22" name="Google Shape;287;p13"/>
              <p:cNvGrpSpPr/>
              <p:nvPr/>
            </p:nvGrpSpPr>
            <p:grpSpPr>
              <a:xfrm>
                <a:off x="280800" y="3891240"/>
                <a:ext cx="203760" cy="957240"/>
                <a:chOff x="280800" y="3891240"/>
                <a:chExt cx="203760" cy="957240"/>
              </a:xfrm>
            </p:grpSpPr>
            <p:sp>
              <p:nvSpPr>
                <p:cNvPr id="123" name="Google Shape;288;p13"/>
                <p:cNvSpPr/>
                <p:nvPr/>
              </p:nvSpPr>
              <p:spPr>
                <a:xfrm rot="21427800">
                  <a:off x="304200" y="3894480"/>
                  <a:ext cx="156240" cy="950400"/>
                </a:xfrm>
                <a:custGeom>
                  <a:avLst/>
                  <a:gdLst>
                    <a:gd name="textAreaLeft" fmla="*/ 0 w 156240"/>
                    <a:gd name="textAreaRight" fmla="*/ 156600 w 156240"/>
                    <a:gd name="textAreaTop" fmla="*/ 0 h 950400"/>
                    <a:gd name="textAreaBottom" fmla="*/ 950760 h 950400"/>
                  </a:gdLst>
                  <a:ahLst/>
                  <a:cxnLst/>
                  <a:rect l="textAreaLeft" t="textAreaTop" r="textAreaRight" b="textAreaBottom"/>
                  <a:pathLst>
                    <a:path w="176117" h="1069848">
                      <a:moveTo>
                        <a:pt x="0" y="0"/>
                      </a:moveTo>
                      <a:lnTo>
                        <a:pt x="176117" y="0"/>
                      </a:lnTo>
                      <a:lnTo>
                        <a:pt x="176117" y="1069848"/>
                      </a:lnTo>
                      <a:lnTo>
                        <a:pt x="0" y="1069848"/>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 name="Google Shape;289;p13"/>
                <p:cNvSpPr/>
                <p:nvPr/>
              </p:nvSpPr>
              <p:spPr>
                <a:xfrm>
                  <a:off x="342000" y="4295160"/>
                  <a:ext cx="77760" cy="77760"/>
                </a:xfrm>
                <a:custGeom>
                  <a:avLst/>
                  <a:gdLst>
                    <a:gd name="textAreaLeft" fmla="*/ 0 w 77760"/>
                    <a:gd name="textAreaRight" fmla="*/ 78120 w 77760"/>
                    <a:gd name="textAreaTop" fmla="*/ 0 h 77760"/>
                    <a:gd name="textAreaBottom" fmla="*/ 78120 h 77760"/>
                  </a:gdLst>
                  <a:ahLst/>
                  <a:cxnLst/>
                  <a:rect l="textAreaLeft" t="textAreaTop" r="textAreaRight" b="textAreaBottom"/>
                  <a:pathLst>
                    <a:path w="87629" h="87630">
                      <a:moveTo>
                        <a:pt x="87630" y="43815"/>
                      </a:moveTo>
                      <a:cubicBezTo>
                        <a:pt x="87630" y="68013"/>
                        <a:pt x="68014" y="87630"/>
                        <a:pt x="43815" y="87630"/>
                      </a:cubicBezTo>
                      <a:cubicBezTo>
                        <a:pt x="19617" y="87630"/>
                        <a:pt x="1" y="68014"/>
                        <a:pt x="1" y="43815"/>
                      </a:cubicBezTo>
                      <a:cubicBezTo>
                        <a:pt x="1" y="19617"/>
                        <a:pt x="19617" y="0"/>
                        <a:pt x="43815" y="0"/>
                      </a:cubicBezTo>
                      <a:cubicBezTo>
                        <a:pt x="68014" y="0"/>
                        <a:pt x="87630" y="19616"/>
                        <a:pt x="87630" y="43815"/>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5" name="Google Shape;290;p13"/>
                <p:cNvGrpSpPr/>
                <p:nvPr/>
              </p:nvGrpSpPr>
              <p:grpSpPr>
                <a:xfrm>
                  <a:off x="321840" y="4168440"/>
                  <a:ext cx="103320" cy="43920"/>
                  <a:chOff x="321840" y="4168440"/>
                  <a:chExt cx="103320" cy="43920"/>
                </a:xfrm>
              </p:grpSpPr>
              <p:sp>
                <p:nvSpPr>
                  <p:cNvPr id="126" name="Google Shape;291;p13"/>
                  <p:cNvSpPr/>
                  <p:nvPr/>
                </p:nvSpPr>
                <p:spPr>
                  <a:xfrm rot="21427800">
                    <a:off x="321840" y="4170600"/>
                    <a:ext cx="101520" cy="12960"/>
                  </a:xfrm>
                  <a:custGeom>
                    <a:avLst/>
                    <a:gdLst>
                      <a:gd name="textAreaLeft" fmla="*/ 0 w 101520"/>
                      <a:gd name="textAreaRight" fmla="*/ 101880 w 101520"/>
                      <a:gd name="textAreaTop" fmla="*/ 0 h 12960"/>
                      <a:gd name="textAreaBottom" fmla="*/ 13320 h 12960"/>
                    </a:gdLst>
                    <a:ahLst/>
                    <a:cxnLst/>
                    <a:rect l="textAreaLeft" t="textAreaTop" r="textAreaRight" b="textAreaBottom"/>
                    <a:pathLst>
                      <a:path w="114490" h="14954">
                        <a:moveTo>
                          <a:pt x="0" y="0"/>
                        </a:moveTo>
                        <a:lnTo>
                          <a:pt x="114490" y="0"/>
                        </a:lnTo>
                        <a:lnTo>
                          <a:pt x="114490"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 name="Google Shape;292;p13"/>
                  <p:cNvSpPr/>
                  <p:nvPr/>
                </p:nvSpPr>
                <p:spPr>
                  <a:xfrm rot="21427800">
                    <a:off x="323280" y="4196520"/>
                    <a:ext cx="101520" cy="12960"/>
                  </a:xfrm>
                  <a:custGeom>
                    <a:avLst/>
                    <a:gdLst>
                      <a:gd name="textAreaLeft" fmla="*/ 0 w 101520"/>
                      <a:gd name="textAreaRight" fmla="*/ 101880 w 101520"/>
                      <a:gd name="textAreaTop" fmla="*/ 0 h 12960"/>
                      <a:gd name="textAreaBottom" fmla="*/ 13320 h 12960"/>
                    </a:gdLst>
                    <a:ahLst/>
                    <a:cxnLst/>
                    <a:rect l="textAreaLeft" t="textAreaTop" r="textAreaRight" b="textAreaBottom"/>
                    <a:pathLst>
                      <a:path w="114490" h="14954">
                        <a:moveTo>
                          <a:pt x="0" y="0"/>
                        </a:moveTo>
                        <a:lnTo>
                          <a:pt x="114491" y="0"/>
                        </a:lnTo>
                        <a:lnTo>
                          <a:pt x="114491"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28" name="Google Shape;293;p13"/>
                <p:cNvGrpSpPr/>
                <p:nvPr/>
              </p:nvGrpSpPr>
              <p:grpSpPr>
                <a:xfrm>
                  <a:off x="339480" y="4520880"/>
                  <a:ext cx="103320" cy="44280"/>
                  <a:chOff x="339480" y="4520880"/>
                  <a:chExt cx="103320" cy="44280"/>
                </a:xfrm>
              </p:grpSpPr>
              <p:sp>
                <p:nvSpPr>
                  <p:cNvPr id="129" name="Google Shape;294;p13"/>
                  <p:cNvSpPr/>
                  <p:nvPr/>
                </p:nvSpPr>
                <p:spPr>
                  <a:xfrm rot="21427800">
                    <a:off x="339480" y="4523040"/>
                    <a:ext cx="101520" cy="12960"/>
                  </a:xfrm>
                  <a:custGeom>
                    <a:avLst/>
                    <a:gdLst>
                      <a:gd name="textAreaLeft" fmla="*/ 0 w 101520"/>
                      <a:gd name="textAreaRight" fmla="*/ 101880 w 101520"/>
                      <a:gd name="textAreaTop" fmla="*/ 0 h 12960"/>
                      <a:gd name="textAreaBottom" fmla="*/ 13320 h 12960"/>
                    </a:gdLst>
                    <a:ahLst/>
                    <a:cxnLst/>
                    <a:rect l="textAreaLeft" t="textAreaTop" r="textAreaRight" b="textAreaBottom"/>
                    <a:pathLst>
                      <a:path w="114490" h="14954">
                        <a:moveTo>
                          <a:pt x="0" y="0"/>
                        </a:moveTo>
                        <a:lnTo>
                          <a:pt x="114491" y="0"/>
                        </a:lnTo>
                        <a:lnTo>
                          <a:pt x="114491" y="14955"/>
                        </a:lnTo>
                        <a:lnTo>
                          <a:pt x="0" y="149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 name="Google Shape;295;p13"/>
                  <p:cNvSpPr/>
                  <p:nvPr/>
                </p:nvSpPr>
                <p:spPr>
                  <a:xfrm rot="21427800">
                    <a:off x="340920" y="4549320"/>
                    <a:ext cx="101520" cy="12960"/>
                  </a:xfrm>
                  <a:custGeom>
                    <a:avLst/>
                    <a:gdLst>
                      <a:gd name="textAreaLeft" fmla="*/ 0 w 101520"/>
                      <a:gd name="textAreaRight" fmla="*/ 101880 w 101520"/>
                      <a:gd name="textAreaTop" fmla="*/ 0 h 12960"/>
                      <a:gd name="textAreaBottom" fmla="*/ 13320 h 12960"/>
                    </a:gdLst>
                    <a:ahLst/>
                    <a:cxnLst/>
                    <a:rect l="textAreaLeft" t="textAreaTop" r="textAreaRight" b="textAreaBottom"/>
                    <a:pathLst>
                      <a:path w="114490" h="14954">
                        <a:moveTo>
                          <a:pt x="0" y="0"/>
                        </a:moveTo>
                        <a:lnTo>
                          <a:pt x="114490" y="0"/>
                        </a:lnTo>
                        <a:lnTo>
                          <a:pt x="114490" y="14955"/>
                        </a:lnTo>
                        <a:lnTo>
                          <a:pt x="0" y="149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31" name="Google Shape;296;p13"/>
              <p:cNvGrpSpPr/>
              <p:nvPr/>
            </p:nvGrpSpPr>
            <p:grpSpPr>
              <a:xfrm>
                <a:off x="103320" y="3966840"/>
                <a:ext cx="179280" cy="882360"/>
                <a:chOff x="103320" y="3966840"/>
                <a:chExt cx="179280" cy="882360"/>
              </a:xfrm>
            </p:grpSpPr>
            <p:sp>
              <p:nvSpPr>
                <p:cNvPr id="132" name="Google Shape;297;p13"/>
                <p:cNvSpPr/>
                <p:nvPr/>
              </p:nvSpPr>
              <p:spPr>
                <a:xfrm>
                  <a:off x="103320" y="3966840"/>
                  <a:ext cx="179280" cy="882360"/>
                </a:xfrm>
                <a:custGeom>
                  <a:avLst/>
                  <a:gdLst>
                    <a:gd name="textAreaLeft" fmla="*/ 0 w 179280"/>
                    <a:gd name="textAreaRight" fmla="*/ 179640 w 179280"/>
                    <a:gd name="textAreaTop" fmla="*/ 0 h 882360"/>
                    <a:gd name="textAreaBottom" fmla="*/ 882720 h 882360"/>
                  </a:gdLst>
                  <a:ahLst/>
                  <a:cxnLst/>
                  <a:rect l="textAreaLeft" t="textAreaTop" r="textAreaRight" b="textAreaBottom"/>
                  <a:pathLst>
                    <a:path w="202120" h="992123">
                      <a:moveTo>
                        <a:pt x="0" y="0"/>
                      </a:moveTo>
                      <a:lnTo>
                        <a:pt x="202120" y="0"/>
                      </a:lnTo>
                      <a:lnTo>
                        <a:pt x="202120" y="992124"/>
                      </a:lnTo>
                      <a:lnTo>
                        <a:pt x="0" y="992124"/>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 name="Google Shape;298;p13"/>
                <p:cNvSpPr/>
                <p:nvPr/>
              </p:nvSpPr>
              <p:spPr>
                <a:xfrm>
                  <a:off x="138600" y="4035960"/>
                  <a:ext cx="109080" cy="109080"/>
                </a:xfrm>
                <a:custGeom>
                  <a:avLst/>
                  <a:gdLst>
                    <a:gd name="textAreaLeft" fmla="*/ 0 w 109080"/>
                    <a:gd name="textAreaRight" fmla="*/ 109440 w 109080"/>
                    <a:gd name="textAreaTop" fmla="*/ 0 h 109080"/>
                    <a:gd name="textAreaBottom" fmla="*/ 109440 h 109080"/>
                  </a:gdLst>
                  <a:ahLst/>
                  <a:cxnLst/>
                  <a:rect l="textAreaLeft" t="textAreaTop" r="textAreaRight" b="textAreaBottom"/>
                  <a:pathLst>
                    <a:path w="123063" h="123062">
                      <a:moveTo>
                        <a:pt x="123063" y="61532"/>
                      </a:moveTo>
                      <a:cubicBezTo>
                        <a:pt x="123063" y="95514"/>
                        <a:pt x="95514" y="123063"/>
                        <a:pt x="61531" y="123063"/>
                      </a:cubicBezTo>
                      <a:cubicBezTo>
                        <a:pt x="27548" y="123063"/>
                        <a:pt x="-1" y="95514"/>
                        <a:pt x="-1" y="61532"/>
                      </a:cubicBezTo>
                      <a:cubicBezTo>
                        <a:pt x="-1" y="27549"/>
                        <a:pt x="27548" y="0"/>
                        <a:pt x="61531" y="0"/>
                      </a:cubicBezTo>
                      <a:cubicBezTo>
                        <a:pt x="95514" y="0"/>
                        <a:pt x="123063" y="27549"/>
                        <a:pt x="123063" y="6153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34" name="Google Shape;299;p13"/>
                <p:cNvGrpSpPr/>
                <p:nvPr/>
              </p:nvGrpSpPr>
              <p:grpSpPr>
                <a:xfrm>
                  <a:off x="136080" y="4547160"/>
                  <a:ext cx="113760" cy="38880"/>
                  <a:chOff x="136080" y="4547160"/>
                  <a:chExt cx="113760" cy="38880"/>
                </a:xfrm>
              </p:grpSpPr>
              <p:sp>
                <p:nvSpPr>
                  <p:cNvPr id="135" name="Google Shape;300;p13"/>
                  <p:cNvSpPr/>
                  <p:nvPr/>
                </p:nvSpPr>
                <p:spPr>
                  <a:xfrm>
                    <a:off x="136080" y="4547160"/>
                    <a:ext cx="113760" cy="12960"/>
                  </a:xfrm>
                  <a:custGeom>
                    <a:avLst/>
                    <a:gdLst>
                      <a:gd name="textAreaLeft" fmla="*/ 0 w 113760"/>
                      <a:gd name="textAreaRight" fmla="*/ 114120 w 113760"/>
                      <a:gd name="textAreaTop" fmla="*/ 0 h 12960"/>
                      <a:gd name="textAreaBottom" fmla="*/ 13320 h 1296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 name="Google Shape;301;p13"/>
                  <p:cNvSpPr/>
                  <p:nvPr/>
                </p:nvSpPr>
                <p:spPr>
                  <a:xfrm>
                    <a:off x="136080" y="4573080"/>
                    <a:ext cx="113760" cy="12960"/>
                  </a:xfrm>
                  <a:custGeom>
                    <a:avLst/>
                    <a:gdLst>
                      <a:gd name="textAreaLeft" fmla="*/ 0 w 113760"/>
                      <a:gd name="textAreaRight" fmla="*/ 114120 w 113760"/>
                      <a:gd name="textAreaTop" fmla="*/ 0 h 12960"/>
                      <a:gd name="textAreaBottom" fmla="*/ 13320 h 12960"/>
                    </a:gdLst>
                    <a:ahLst/>
                    <a:cxnLst/>
                    <a:rect l="textAreaLeft" t="textAreaTop" r="textAreaRight" b="textAreaBottom"/>
                    <a:pathLst>
                      <a:path w="128397" h="14954">
                        <a:moveTo>
                          <a:pt x="0" y="0"/>
                        </a:moveTo>
                        <a:lnTo>
                          <a:pt x="128397" y="0"/>
                        </a:lnTo>
                        <a:lnTo>
                          <a:pt x="128397" y="14955"/>
                        </a:lnTo>
                        <a:lnTo>
                          <a:pt x="0" y="149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37" name="Google Shape;302;p13"/>
                <p:cNvGrpSpPr/>
                <p:nvPr/>
              </p:nvGrpSpPr>
              <p:grpSpPr>
                <a:xfrm>
                  <a:off x="136080" y="4745880"/>
                  <a:ext cx="113760" cy="38880"/>
                  <a:chOff x="136080" y="4745880"/>
                  <a:chExt cx="113760" cy="38880"/>
                </a:xfrm>
              </p:grpSpPr>
              <p:sp>
                <p:nvSpPr>
                  <p:cNvPr id="138" name="Google Shape;303;p13"/>
                  <p:cNvSpPr/>
                  <p:nvPr/>
                </p:nvSpPr>
                <p:spPr>
                  <a:xfrm>
                    <a:off x="136080" y="4745880"/>
                    <a:ext cx="113760" cy="12960"/>
                  </a:xfrm>
                  <a:custGeom>
                    <a:avLst/>
                    <a:gdLst>
                      <a:gd name="textAreaLeft" fmla="*/ 0 w 113760"/>
                      <a:gd name="textAreaRight" fmla="*/ 114120 w 113760"/>
                      <a:gd name="textAreaTop" fmla="*/ 0 h 12960"/>
                      <a:gd name="textAreaBottom" fmla="*/ 13320 h 1296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 name="Google Shape;304;p13"/>
                  <p:cNvSpPr/>
                  <p:nvPr/>
                </p:nvSpPr>
                <p:spPr>
                  <a:xfrm>
                    <a:off x="136080" y="4771800"/>
                    <a:ext cx="113760" cy="12960"/>
                  </a:xfrm>
                  <a:custGeom>
                    <a:avLst/>
                    <a:gdLst>
                      <a:gd name="textAreaLeft" fmla="*/ 0 w 113760"/>
                      <a:gd name="textAreaRight" fmla="*/ 114120 w 113760"/>
                      <a:gd name="textAreaTop" fmla="*/ 0 h 12960"/>
                      <a:gd name="textAreaBottom" fmla="*/ 13320 h 1296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grpSp>
          <p:nvGrpSpPr>
            <p:cNvPr id="140" name="Google Shape;305;p13"/>
            <p:cNvGrpSpPr/>
            <p:nvPr/>
          </p:nvGrpSpPr>
          <p:grpSpPr>
            <a:xfrm>
              <a:off x="582480" y="4211280"/>
              <a:ext cx="189000" cy="638280"/>
              <a:chOff x="582480" y="4211280"/>
              <a:chExt cx="189000" cy="638280"/>
            </a:xfrm>
          </p:grpSpPr>
          <p:sp>
            <p:nvSpPr>
              <p:cNvPr id="141" name="Google Shape;306;p13"/>
              <p:cNvSpPr/>
              <p:nvPr/>
            </p:nvSpPr>
            <p:spPr>
              <a:xfrm rot="20968800">
                <a:off x="639720" y="4212720"/>
                <a:ext cx="74160" cy="635400"/>
              </a:xfrm>
              <a:custGeom>
                <a:avLst/>
                <a:gdLst>
                  <a:gd name="textAreaLeft" fmla="*/ 0 w 74160"/>
                  <a:gd name="textAreaRight" fmla="*/ 74520 w 74160"/>
                  <a:gd name="textAreaTop" fmla="*/ 0 h 635400"/>
                  <a:gd name="textAreaBottom" fmla="*/ 635760 h 635400"/>
                </a:gdLst>
                <a:ahLst/>
                <a:cxnLst/>
                <a:rect l="textAreaLeft" t="textAreaTop" r="textAreaRight" b="textAreaBottom"/>
                <a:pathLst>
                  <a:path w="84010" h="715136">
                    <a:moveTo>
                      <a:pt x="0" y="0"/>
                    </a:moveTo>
                    <a:lnTo>
                      <a:pt x="84010" y="0"/>
                    </a:lnTo>
                    <a:lnTo>
                      <a:pt x="84010" y="715137"/>
                    </a:lnTo>
                    <a:lnTo>
                      <a:pt x="0" y="715137"/>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 name="Google Shape;307;p13"/>
              <p:cNvSpPr/>
              <p:nvPr/>
            </p:nvSpPr>
            <p:spPr>
              <a:xfrm rot="20968800">
                <a:off x="668520" y="4374000"/>
                <a:ext cx="22680" cy="365400"/>
              </a:xfrm>
              <a:custGeom>
                <a:avLst/>
                <a:gdLst>
                  <a:gd name="textAreaLeft" fmla="*/ 0 w 22680"/>
                  <a:gd name="textAreaRight" fmla="*/ 23040 w 22680"/>
                  <a:gd name="textAreaTop" fmla="*/ 0 h 365400"/>
                  <a:gd name="textAreaBottom" fmla="*/ 365760 h 365400"/>
                </a:gdLst>
                <a:ahLst/>
                <a:cxnLst/>
                <a:rect l="textAreaLeft" t="textAreaTop" r="textAreaRight" b="textAreaBottom"/>
                <a:pathLst>
                  <a:path w="26003" h="411289">
                    <a:moveTo>
                      <a:pt x="0" y="0"/>
                    </a:moveTo>
                    <a:lnTo>
                      <a:pt x="26003" y="0"/>
                    </a:lnTo>
                    <a:lnTo>
                      <a:pt x="26003" y="411289"/>
                    </a:lnTo>
                    <a:lnTo>
                      <a:pt x="0" y="411289"/>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43" name="Google Shape;308;p13"/>
          <p:cNvGrpSpPr/>
          <p:nvPr/>
        </p:nvGrpSpPr>
        <p:grpSpPr>
          <a:xfrm>
            <a:off x="150840" y="2823480"/>
            <a:ext cx="515520" cy="778680"/>
            <a:chOff x="150840" y="2823480"/>
            <a:chExt cx="515520" cy="778680"/>
          </a:xfrm>
        </p:grpSpPr>
        <p:grpSp>
          <p:nvGrpSpPr>
            <p:cNvPr id="144" name="Google Shape;309;p13"/>
            <p:cNvGrpSpPr/>
            <p:nvPr/>
          </p:nvGrpSpPr>
          <p:grpSpPr>
            <a:xfrm>
              <a:off x="276480" y="2823480"/>
              <a:ext cx="389880" cy="663840"/>
              <a:chOff x="276480" y="2823480"/>
              <a:chExt cx="389880" cy="663840"/>
            </a:xfrm>
          </p:grpSpPr>
          <p:sp>
            <p:nvSpPr>
              <p:cNvPr id="145" name="Google Shape;310;p13"/>
              <p:cNvSpPr/>
              <p:nvPr/>
            </p:nvSpPr>
            <p:spPr>
              <a:xfrm>
                <a:off x="276480" y="2823480"/>
                <a:ext cx="389880" cy="663840"/>
              </a:xfrm>
              <a:custGeom>
                <a:avLst/>
                <a:gdLst>
                  <a:gd name="textAreaLeft" fmla="*/ 0 w 389880"/>
                  <a:gd name="textAreaRight" fmla="*/ 390240 w 389880"/>
                  <a:gd name="textAreaTop" fmla="*/ 0 h 663840"/>
                  <a:gd name="textAreaBottom" fmla="*/ 664200 h 663840"/>
                </a:gdLst>
                <a:ahLst/>
                <a:cxnLst/>
                <a:rect l="textAreaLeft" t="textAreaTop" r="textAreaRight" b="textAreaBottom"/>
                <a:pathLst>
                  <a:path w="438816" h="746664">
                    <a:moveTo>
                      <a:pt x="438721" y="746569"/>
                    </a:moveTo>
                    <a:lnTo>
                      <a:pt x="0" y="746569"/>
                    </a:lnTo>
                    <a:lnTo>
                      <a:pt x="0" y="0"/>
                    </a:lnTo>
                    <a:lnTo>
                      <a:pt x="326231" y="0"/>
                    </a:lnTo>
                    <a:cubicBezTo>
                      <a:pt x="370141" y="43910"/>
                      <a:pt x="394811" y="68580"/>
                      <a:pt x="438816" y="112585"/>
                    </a:cubicBezTo>
                    <a:lnTo>
                      <a:pt x="438816" y="746665"/>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46" name="Google Shape;311;p13"/>
              <p:cNvGrpSpPr/>
              <p:nvPr/>
            </p:nvGrpSpPr>
            <p:grpSpPr>
              <a:xfrm>
                <a:off x="332280" y="2909520"/>
                <a:ext cx="279000" cy="256320"/>
                <a:chOff x="332280" y="2909520"/>
                <a:chExt cx="279000" cy="256320"/>
              </a:xfrm>
            </p:grpSpPr>
            <p:sp>
              <p:nvSpPr>
                <p:cNvPr id="147" name="Google Shape;312;p13"/>
                <p:cNvSpPr/>
                <p:nvPr/>
              </p:nvSpPr>
              <p:spPr>
                <a:xfrm>
                  <a:off x="332280" y="290952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 name="Google Shape;313;p13"/>
                <p:cNvSpPr/>
                <p:nvPr/>
              </p:nvSpPr>
              <p:spPr>
                <a:xfrm>
                  <a:off x="332280" y="295704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 name="Google Shape;314;p13"/>
                <p:cNvSpPr/>
                <p:nvPr/>
              </p:nvSpPr>
              <p:spPr>
                <a:xfrm>
                  <a:off x="332280" y="300456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 name="Google Shape;315;p13"/>
                <p:cNvSpPr/>
                <p:nvPr/>
              </p:nvSpPr>
              <p:spPr>
                <a:xfrm>
                  <a:off x="332280" y="305208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 name="Google Shape;316;p13"/>
                <p:cNvSpPr/>
                <p:nvPr/>
              </p:nvSpPr>
              <p:spPr>
                <a:xfrm>
                  <a:off x="332280" y="309960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 name="Google Shape;317;p13"/>
                <p:cNvSpPr/>
                <p:nvPr/>
              </p:nvSpPr>
              <p:spPr>
                <a:xfrm>
                  <a:off x="332280" y="3147120"/>
                  <a:ext cx="163800" cy="18720"/>
                </a:xfrm>
                <a:custGeom>
                  <a:avLst/>
                  <a:gdLst>
                    <a:gd name="textAreaLeft" fmla="*/ 0 w 163800"/>
                    <a:gd name="textAreaRight" fmla="*/ 164160 w 163800"/>
                    <a:gd name="textAreaTop" fmla="*/ 0 h 18720"/>
                    <a:gd name="textAreaBottom" fmla="*/ 19080 h 18720"/>
                  </a:gdLst>
                  <a:ahLst/>
                  <a:cxnLst/>
                  <a:rect l="textAreaLeft" t="textAreaTop" r="textAreaRight" b="textAreaBottom"/>
                  <a:pathLst>
                    <a:path w="184689" h="21431">
                      <a:moveTo>
                        <a:pt x="0" y="0"/>
                      </a:moveTo>
                      <a:lnTo>
                        <a:pt x="184690" y="0"/>
                      </a:lnTo>
                      <a:lnTo>
                        <a:pt x="184690" y="21431"/>
                      </a:lnTo>
                      <a:lnTo>
                        <a:pt x="0" y="21431"/>
                      </a:lnTo>
                      <a:close/>
                    </a:path>
                  </a:pathLst>
                </a:custGeom>
                <a:solidFill>
                  <a:srgbClr val="42444F"/>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3" name="Google Shape;318;p13"/>
              <p:cNvGrpSpPr/>
              <p:nvPr/>
            </p:nvGrpSpPr>
            <p:grpSpPr>
              <a:xfrm>
                <a:off x="332280" y="3242520"/>
                <a:ext cx="279000" cy="161280"/>
                <a:chOff x="332280" y="3242520"/>
                <a:chExt cx="279000" cy="161280"/>
              </a:xfrm>
            </p:grpSpPr>
            <p:sp>
              <p:nvSpPr>
                <p:cNvPr id="154" name="Google Shape;319;p13"/>
                <p:cNvSpPr/>
                <p:nvPr/>
              </p:nvSpPr>
              <p:spPr>
                <a:xfrm>
                  <a:off x="332280" y="324252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 name="Google Shape;320;p13"/>
                <p:cNvSpPr/>
                <p:nvPr/>
              </p:nvSpPr>
              <p:spPr>
                <a:xfrm>
                  <a:off x="332280" y="329004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 name="Google Shape;321;p13"/>
                <p:cNvSpPr/>
                <p:nvPr/>
              </p:nvSpPr>
              <p:spPr>
                <a:xfrm>
                  <a:off x="332280" y="333756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 name="Google Shape;322;p13"/>
                <p:cNvSpPr/>
                <p:nvPr/>
              </p:nvSpPr>
              <p:spPr>
                <a:xfrm>
                  <a:off x="332280" y="3385080"/>
                  <a:ext cx="163800" cy="18720"/>
                </a:xfrm>
                <a:custGeom>
                  <a:avLst/>
                  <a:gdLst>
                    <a:gd name="textAreaLeft" fmla="*/ 0 w 163800"/>
                    <a:gd name="textAreaRight" fmla="*/ 164160 w 163800"/>
                    <a:gd name="textAreaTop" fmla="*/ 0 h 18720"/>
                    <a:gd name="textAreaBottom" fmla="*/ 19080 h 18720"/>
                  </a:gdLst>
                  <a:ahLst/>
                  <a:cxnLst/>
                  <a:rect l="textAreaLeft" t="textAreaTop" r="textAreaRight" b="textAreaBottom"/>
                  <a:pathLst>
                    <a:path w="184689" h="21431">
                      <a:moveTo>
                        <a:pt x="0" y="0"/>
                      </a:moveTo>
                      <a:lnTo>
                        <a:pt x="184690" y="0"/>
                      </a:lnTo>
                      <a:lnTo>
                        <a:pt x="184690" y="21431"/>
                      </a:lnTo>
                      <a:lnTo>
                        <a:pt x="0" y="21431"/>
                      </a:lnTo>
                      <a:close/>
                    </a:path>
                  </a:pathLst>
                </a:custGeom>
                <a:solidFill>
                  <a:srgbClr val="42444F"/>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58" name="Google Shape;323;p13"/>
              <p:cNvSpPr/>
              <p:nvPr/>
            </p:nvSpPr>
            <p:spPr>
              <a:xfrm>
                <a:off x="566640" y="2823480"/>
                <a:ext cx="99720" cy="99720"/>
              </a:xfrm>
              <a:custGeom>
                <a:avLst/>
                <a:gdLst>
                  <a:gd name="textAreaLeft" fmla="*/ 0 w 99720"/>
                  <a:gd name="textAreaRight" fmla="*/ 100080 w 99720"/>
                  <a:gd name="textAreaTop" fmla="*/ 0 h 99720"/>
                  <a:gd name="textAreaBottom" fmla="*/ 100080 h 99720"/>
                </a:gdLst>
                <a:ahLst/>
                <a:cxnLst/>
                <a:rect l="textAreaLeft" t="textAreaTop" r="textAreaRight" b="textAreaBottom"/>
                <a:pathLst>
                  <a:path w="112584" h="112585">
                    <a:moveTo>
                      <a:pt x="112585" y="112585"/>
                    </a:moveTo>
                    <a:lnTo>
                      <a:pt x="0" y="112585"/>
                    </a:lnTo>
                    <a:lnTo>
                      <a:pt x="0" y="0"/>
                    </a:lnTo>
                    <a:lnTo>
                      <a:pt x="0" y="0"/>
                    </a:lnTo>
                    <a:cubicBezTo>
                      <a:pt x="43910" y="43910"/>
                      <a:pt x="68580" y="68580"/>
                      <a:pt x="112585" y="112585"/>
                    </a:cubicBezTo>
                    <a:lnTo>
                      <a:pt x="112585" y="112585"/>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9" name="Google Shape;324;p13"/>
            <p:cNvGrpSpPr/>
            <p:nvPr/>
          </p:nvGrpSpPr>
          <p:grpSpPr>
            <a:xfrm>
              <a:off x="150840" y="2938320"/>
              <a:ext cx="389880" cy="663840"/>
              <a:chOff x="150840" y="2938320"/>
              <a:chExt cx="389880" cy="663840"/>
            </a:xfrm>
          </p:grpSpPr>
          <p:sp>
            <p:nvSpPr>
              <p:cNvPr id="160" name="Google Shape;325;p13"/>
              <p:cNvSpPr/>
              <p:nvPr/>
            </p:nvSpPr>
            <p:spPr>
              <a:xfrm>
                <a:off x="150840" y="2938320"/>
                <a:ext cx="389880" cy="663840"/>
              </a:xfrm>
              <a:custGeom>
                <a:avLst/>
                <a:gdLst>
                  <a:gd name="textAreaLeft" fmla="*/ 0 w 389880"/>
                  <a:gd name="textAreaRight" fmla="*/ 390240 w 389880"/>
                  <a:gd name="textAreaTop" fmla="*/ 0 h 663840"/>
                  <a:gd name="textAreaBottom" fmla="*/ 664200 h 663840"/>
                </a:gdLst>
                <a:ahLst/>
                <a:cxnLst/>
                <a:rect l="textAreaLeft" t="textAreaTop" r="textAreaRight" b="textAreaBottom"/>
                <a:pathLst>
                  <a:path w="438817" h="746569">
                    <a:moveTo>
                      <a:pt x="438722" y="746570"/>
                    </a:moveTo>
                    <a:lnTo>
                      <a:pt x="0" y="746570"/>
                    </a:lnTo>
                    <a:lnTo>
                      <a:pt x="0" y="0"/>
                    </a:lnTo>
                    <a:lnTo>
                      <a:pt x="326231" y="0"/>
                    </a:lnTo>
                    <a:cubicBezTo>
                      <a:pt x="370141" y="43910"/>
                      <a:pt x="394812" y="68580"/>
                      <a:pt x="438817" y="112586"/>
                    </a:cubicBezTo>
                    <a:lnTo>
                      <a:pt x="438817" y="746570"/>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61" name="Google Shape;326;p13"/>
              <p:cNvGrpSpPr/>
              <p:nvPr/>
            </p:nvGrpSpPr>
            <p:grpSpPr>
              <a:xfrm>
                <a:off x="206280" y="3024360"/>
                <a:ext cx="279000" cy="256320"/>
                <a:chOff x="206280" y="3024360"/>
                <a:chExt cx="279000" cy="256320"/>
              </a:xfrm>
            </p:grpSpPr>
            <p:sp>
              <p:nvSpPr>
                <p:cNvPr id="162" name="Google Shape;327;p13"/>
                <p:cNvSpPr/>
                <p:nvPr/>
              </p:nvSpPr>
              <p:spPr>
                <a:xfrm>
                  <a:off x="206280" y="302436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 name="Google Shape;328;p13"/>
                <p:cNvSpPr/>
                <p:nvPr/>
              </p:nvSpPr>
              <p:spPr>
                <a:xfrm>
                  <a:off x="206280" y="307188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 name="Google Shape;329;p13"/>
                <p:cNvSpPr/>
                <p:nvPr/>
              </p:nvSpPr>
              <p:spPr>
                <a:xfrm>
                  <a:off x="206280" y="311940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 name="Google Shape;330;p13"/>
                <p:cNvSpPr/>
                <p:nvPr/>
              </p:nvSpPr>
              <p:spPr>
                <a:xfrm>
                  <a:off x="206280" y="316692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 name="Google Shape;331;p13"/>
                <p:cNvSpPr/>
                <p:nvPr/>
              </p:nvSpPr>
              <p:spPr>
                <a:xfrm>
                  <a:off x="206280" y="321444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 name="Google Shape;332;p13"/>
                <p:cNvSpPr/>
                <p:nvPr/>
              </p:nvSpPr>
              <p:spPr>
                <a:xfrm>
                  <a:off x="206280" y="3261960"/>
                  <a:ext cx="163800" cy="18720"/>
                </a:xfrm>
                <a:custGeom>
                  <a:avLst/>
                  <a:gdLst>
                    <a:gd name="textAreaLeft" fmla="*/ 0 w 163800"/>
                    <a:gd name="textAreaRight" fmla="*/ 164160 w 163800"/>
                    <a:gd name="textAreaTop" fmla="*/ 0 h 18720"/>
                    <a:gd name="textAreaBottom" fmla="*/ 19080 h 18720"/>
                  </a:gdLst>
                  <a:ahLst/>
                  <a:cxnLst/>
                  <a:rect l="textAreaLeft" t="textAreaTop" r="textAreaRight" b="textAreaBottom"/>
                  <a:pathLst>
                    <a:path w="184689" h="21431">
                      <a:moveTo>
                        <a:pt x="0" y="0"/>
                      </a:moveTo>
                      <a:lnTo>
                        <a:pt x="184689" y="0"/>
                      </a:lnTo>
                      <a:lnTo>
                        <a:pt x="184689" y="21431"/>
                      </a:lnTo>
                      <a:lnTo>
                        <a:pt x="-1"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8" name="Google Shape;333;p13"/>
              <p:cNvGrpSpPr/>
              <p:nvPr/>
            </p:nvGrpSpPr>
            <p:grpSpPr>
              <a:xfrm>
                <a:off x="206280" y="3357720"/>
                <a:ext cx="279000" cy="160920"/>
                <a:chOff x="206280" y="3357720"/>
                <a:chExt cx="279000" cy="160920"/>
              </a:xfrm>
            </p:grpSpPr>
            <p:sp>
              <p:nvSpPr>
                <p:cNvPr id="169" name="Google Shape;334;p13"/>
                <p:cNvSpPr/>
                <p:nvPr/>
              </p:nvSpPr>
              <p:spPr>
                <a:xfrm>
                  <a:off x="206280" y="335772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 name="Google Shape;335;p13"/>
                <p:cNvSpPr/>
                <p:nvPr/>
              </p:nvSpPr>
              <p:spPr>
                <a:xfrm>
                  <a:off x="206280" y="340488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 name="Google Shape;336;p13"/>
                <p:cNvSpPr/>
                <p:nvPr/>
              </p:nvSpPr>
              <p:spPr>
                <a:xfrm>
                  <a:off x="206280" y="345240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 name="Google Shape;337;p13"/>
                <p:cNvSpPr/>
                <p:nvPr/>
              </p:nvSpPr>
              <p:spPr>
                <a:xfrm>
                  <a:off x="206280" y="3499920"/>
                  <a:ext cx="163800" cy="18720"/>
                </a:xfrm>
                <a:custGeom>
                  <a:avLst/>
                  <a:gdLst>
                    <a:gd name="textAreaLeft" fmla="*/ 0 w 163800"/>
                    <a:gd name="textAreaRight" fmla="*/ 164160 w 163800"/>
                    <a:gd name="textAreaTop" fmla="*/ 0 h 18720"/>
                    <a:gd name="textAreaBottom" fmla="*/ 19080 h 18720"/>
                  </a:gdLst>
                  <a:ahLst/>
                  <a:cxnLst/>
                  <a:rect l="textAreaLeft" t="textAreaTop" r="textAreaRight" b="textAreaBottom"/>
                  <a:pathLst>
                    <a:path w="184689" h="21431">
                      <a:moveTo>
                        <a:pt x="0" y="0"/>
                      </a:moveTo>
                      <a:lnTo>
                        <a:pt x="184689" y="0"/>
                      </a:lnTo>
                      <a:lnTo>
                        <a:pt x="184689" y="21431"/>
                      </a:lnTo>
                      <a:lnTo>
                        <a:pt x="-1"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73" name="Google Shape;338;p13"/>
              <p:cNvSpPr/>
              <p:nvPr/>
            </p:nvSpPr>
            <p:spPr>
              <a:xfrm>
                <a:off x="440640" y="2938320"/>
                <a:ext cx="99720" cy="99720"/>
              </a:xfrm>
              <a:custGeom>
                <a:avLst/>
                <a:gdLst>
                  <a:gd name="textAreaLeft" fmla="*/ 0 w 99720"/>
                  <a:gd name="textAreaRight" fmla="*/ 100080 w 99720"/>
                  <a:gd name="textAreaTop" fmla="*/ 0 h 99720"/>
                  <a:gd name="textAreaBottom" fmla="*/ 100080 h 99720"/>
                </a:gdLst>
                <a:ahLst/>
                <a:cxnLst/>
                <a:rect l="textAreaLeft" t="textAreaTop" r="textAreaRight" b="textAreaBottom"/>
                <a:pathLst>
                  <a:path w="112586" h="112585">
                    <a:moveTo>
                      <a:pt x="112586" y="112586"/>
                    </a:moveTo>
                    <a:lnTo>
                      <a:pt x="0" y="112586"/>
                    </a:lnTo>
                    <a:lnTo>
                      <a:pt x="0" y="0"/>
                    </a:lnTo>
                    <a:lnTo>
                      <a:pt x="0" y="0"/>
                    </a:lnTo>
                    <a:cubicBezTo>
                      <a:pt x="43910" y="43910"/>
                      <a:pt x="68581" y="68580"/>
                      <a:pt x="112586" y="112586"/>
                    </a:cubicBezTo>
                    <a:lnTo>
                      <a:pt x="112586" y="112586"/>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74" name="Google Shape;339;p13"/>
          <p:cNvGrpSpPr/>
          <p:nvPr/>
        </p:nvGrpSpPr>
        <p:grpSpPr>
          <a:xfrm>
            <a:off x="361800" y="3601080"/>
            <a:ext cx="21600" cy="294120"/>
            <a:chOff x="361800" y="3601080"/>
            <a:chExt cx="21600" cy="294120"/>
          </a:xfrm>
        </p:grpSpPr>
        <p:sp>
          <p:nvSpPr>
            <p:cNvPr id="175" name="Google Shape;340;p13"/>
            <p:cNvSpPr/>
            <p:nvPr/>
          </p:nvSpPr>
          <p:spPr>
            <a:xfrm>
              <a:off x="372960" y="3611520"/>
              <a:ext cx="8280" cy="273240"/>
            </a:xfrm>
            <a:custGeom>
              <a:avLst/>
              <a:gdLst>
                <a:gd name="textAreaLeft" fmla="*/ 0 w 8280"/>
                <a:gd name="textAreaRight" fmla="*/ 8640 w 8280"/>
                <a:gd name="textAreaTop" fmla="*/ 0 h 273240"/>
                <a:gd name="textAreaBottom" fmla="*/ 273600 h 273240"/>
              </a:gdLst>
              <a:ahLst/>
              <a:cxnLst/>
              <a:rect l="textAreaLeft" t="textAreaTop" r="textAreaRight" b="textAreaBottom"/>
              <a:pathLst>
                <a:path w="9525" h="307467">
                  <a:moveTo>
                    <a:pt x="-1" y="307467"/>
                  </a:moveTo>
                  <a:lnTo>
                    <a:pt x="-1" y="0"/>
                  </a:lnTo>
                </a:path>
              </a:pathLst>
            </a:custGeom>
            <a:solidFill>
              <a:schemeClr val="accent4"/>
            </a:solidFill>
            <a:ln w="10950">
              <a:solidFill>
                <a:srgbClr val="6F7082"/>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6" name="Google Shape;341;p13"/>
            <p:cNvSpPr/>
            <p:nvPr/>
          </p:nvSpPr>
          <p:spPr>
            <a:xfrm>
              <a:off x="361800" y="3873600"/>
              <a:ext cx="21600" cy="21600"/>
            </a:xfrm>
            <a:custGeom>
              <a:avLst/>
              <a:gdLst>
                <a:gd name="textAreaLeft" fmla="*/ 0 w 21600"/>
                <a:gd name="textAreaRight" fmla="*/ 21960 w 21600"/>
                <a:gd name="textAreaTop" fmla="*/ 0 h 21600"/>
                <a:gd name="textAreaBottom" fmla="*/ 21960 h 21600"/>
              </a:gdLst>
              <a:ahLst/>
              <a:cxnLst/>
              <a:rect l="textAreaLeft" t="textAreaTop" r="textAreaRight" b="textAreaBottom"/>
              <a:pathLst>
                <a:path w="24764" h="24765">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 name="Google Shape;342;p13"/>
            <p:cNvSpPr/>
            <p:nvPr/>
          </p:nvSpPr>
          <p:spPr>
            <a:xfrm>
              <a:off x="361800" y="3601080"/>
              <a:ext cx="21600" cy="21600"/>
            </a:xfrm>
            <a:custGeom>
              <a:avLst/>
              <a:gdLst>
                <a:gd name="textAreaLeft" fmla="*/ 0 w 21600"/>
                <a:gd name="textAreaRight" fmla="*/ 21960 w 21600"/>
                <a:gd name="textAreaTop" fmla="*/ 0 h 21600"/>
                <a:gd name="textAreaBottom" fmla="*/ 21960 h 21600"/>
              </a:gdLst>
              <a:ahLst/>
              <a:cxnLst/>
              <a:rect l="textAreaLeft" t="textAreaTop" r="textAreaRight" b="textAreaBottom"/>
              <a:pathLst>
                <a:path w="24764" h="24764">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sp>
        <p:nvSpPr>
          <p:cNvPr id="178" name="PlaceHolder 1"/>
          <p:cNvSpPr>
            <a:spLocks noGrp="1"/>
          </p:cNvSpPr>
          <p:nvPr>
            <p:ph type="title"/>
          </p:nvPr>
        </p:nvSpPr>
        <p:spPr>
          <a:xfrm>
            <a:off x="811800" y="1032840"/>
            <a:ext cx="2804040" cy="1006560"/>
          </a:xfrm>
          <a:prstGeom prst="rect">
            <a:avLst/>
          </a:prstGeom>
          <a:noFill/>
          <a:ln w="0">
            <a:noFill/>
          </a:ln>
        </p:spPr>
        <p:txBody>
          <a:bodyPr lIns="91440" tIns="91440" rIns="91440" bIns="91440" anchor="b">
            <a:noAutofit/>
          </a:bodyPr>
          <a:lstStyle/>
          <a:p>
            <a:pPr indent="0">
              <a:buNone/>
            </a:pPr>
            <a:r>
              <a:rPr lang="fr-FR" sz="3000" b="0" u="none" strike="noStrike">
                <a:solidFill>
                  <a:schemeClr val="dk1"/>
                </a:solidFill>
                <a:effectLst/>
                <a:uFillTx/>
                <a:latin typeface="Arial"/>
              </a:rPr>
              <a:t>Click to edit the title text format</a:t>
            </a:r>
          </a:p>
        </p:txBody>
      </p:sp>
      <p:sp>
        <p:nvSpPr>
          <p:cNvPr id="179" name="PlaceHolder 2"/>
          <p:cNvSpPr>
            <a:spLocks noGrp="1"/>
          </p:cNvSpPr>
          <p:nvPr>
            <p:ph type="body"/>
          </p:nvPr>
        </p:nvSpPr>
        <p:spPr>
          <a:xfrm>
            <a:off x="5668920" y="1076400"/>
            <a:ext cx="2990160" cy="2990160"/>
          </a:xfrm>
          <a:prstGeom prst="rect">
            <a:avLst/>
          </a:prstGeom>
          <a:noFill/>
          <a:ln w="0">
            <a:noFill/>
          </a:ln>
        </p:spPr>
        <p:txBody>
          <a:bodyPr lIns="90000" tIns="45000" rIns="90000" bIns="45000" anchor="t">
            <a:normAutofit fontScale="40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180" name="Google Shape;347;p14"/>
          <p:cNvSpPr/>
          <p:nvPr/>
        </p:nvSpPr>
        <p:spPr>
          <a:xfrm rot="19218600">
            <a:off x="-1265040" y="-661320"/>
            <a:ext cx="3096000" cy="2008800"/>
          </a:xfrm>
          <a:custGeom>
            <a:avLst/>
            <a:gdLst>
              <a:gd name="textAreaLeft" fmla="*/ 0 w 3096000"/>
              <a:gd name="textAreaRight" fmla="*/ 3096360 w 3096000"/>
              <a:gd name="textAreaTop" fmla="*/ 0 h 2008800"/>
              <a:gd name="textAreaBottom" fmla="*/ 2009160 h 20088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 name="Google Shape;348;p14"/>
          <p:cNvSpPr/>
          <p:nvPr/>
        </p:nvSpPr>
        <p:spPr>
          <a:xfrm rot="14303400">
            <a:off x="-734760" y="4231800"/>
            <a:ext cx="2035800" cy="1508400"/>
          </a:xfrm>
          <a:custGeom>
            <a:avLst/>
            <a:gdLst>
              <a:gd name="textAreaLeft" fmla="*/ 0 w 2035800"/>
              <a:gd name="textAreaRight" fmla="*/ 2036160 w 2035800"/>
              <a:gd name="textAreaTop" fmla="*/ 0 h 1508400"/>
              <a:gd name="textAreaBottom" fmla="*/ 1508760 h 15084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82" name="Google Shape;349;p14"/>
          <p:cNvGrpSpPr/>
          <p:nvPr/>
        </p:nvGrpSpPr>
        <p:grpSpPr>
          <a:xfrm>
            <a:off x="65160" y="4372920"/>
            <a:ext cx="877680" cy="654480"/>
            <a:chOff x="65160" y="4372920"/>
            <a:chExt cx="877680" cy="654480"/>
          </a:xfrm>
        </p:grpSpPr>
        <p:grpSp>
          <p:nvGrpSpPr>
            <p:cNvPr id="183" name="Google Shape;350;p14"/>
            <p:cNvGrpSpPr/>
            <p:nvPr/>
          </p:nvGrpSpPr>
          <p:grpSpPr>
            <a:xfrm>
              <a:off x="65160" y="4372920"/>
              <a:ext cx="877680" cy="654480"/>
              <a:chOff x="65160" y="4372920"/>
              <a:chExt cx="877680" cy="654480"/>
            </a:xfrm>
          </p:grpSpPr>
          <p:sp>
            <p:nvSpPr>
              <p:cNvPr id="184" name="Google Shape;351;p14"/>
              <p:cNvSpPr/>
              <p:nvPr/>
            </p:nvSpPr>
            <p:spPr>
              <a:xfrm>
                <a:off x="260640" y="437292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 name="Google Shape;352;p14"/>
              <p:cNvSpPr/>
              <p:nvPr/>
            </p:nvSpPr>
            <p:spPr>
              <a:xfrm>
                <a:off x="162720" y="447084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 name="Google Shape;353;p14"/>
              <p:cNvSpPr/>
              <p:nvPr/>
            </p:nvSpPr>
            <p:spPr>
              <a:xfrm>
                <a:off x="65160" y="456876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87" name="Google Shape;354;p14"/>
            <p:cNvSpPr/>
            <p:nvPr/>
          </p:nvSpPr>
          <p:spPr>
            <a:xfrm>
              <a:off x="354240" y="4783320"/>
              <a:ext cx="105120" cy="125280"/>
            </a:xfrm>
            <a:custGeom>
              <a:avLst/>
              <a:gdLst>
                <a:gd name="textAreaLeft" fmla="*/ 0 w 105120"/>
                <a:gd name="textAreaRight" fmla="*/ 105480 w 105120"/>
                <a:gd name="textAreaTop" fmla="*/ 0 h 125280"/>
                <a:gd name="textAreaBottom" fmla="*/ 125640 h 125280"/>
              </a:gdLst>
              <a:ahLst/>
              <a:cxnLst/>
              <a:rect l="textAreaLeft" t="textAreaTop" r="textAreaRight" b="textAreaBottom"/>
              <a:pathLst>
                <a:path w="68735" h="82063">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ONE_COLUMN_TEXT_1_1">
    <p:bg>
      <p:bgPr>
        <a:solidFill>
          <a:schemeClr val="lt1"/>
        </a:solidFill>
        <a:effectLst/>
      </p:bgPr>
    </p:bg>
    <p:spTree>
      <p:nvGrpSpPr>
        <p:cNvPr id="1" name=""/>
        <p:cNvGrpSpPr/>
        <p:nvPr/>
      </p:nvGrpSpPr>
      <p:grpSpPr>
        <a:xfrm>
          <a:off x="0" y="0"/>
          <a:ext cx="0" cy="0"/>
          <a:chOff x="0" y="0"/>
          <a:chExt cx="0" cy="0"/>
        </a:xfrm>
      </p:grpSpPr>
      <p:sp>
        <p:nvSpPr>
          <p:cNvPr id="188" name="PlaceHolder 1"/>
          <p:cNvSpPr>
            <a:spLocks noGrp="1"/>
          </p:cNvSpPr>
          <p:nvPr>
            <p:ph type="title"/>
          </p:nvPr>
        </p:nvSpPr>
        <p:spPr>
          <a:xfrm>
            <a:off x="2013840" y="840960"/>
            <a:ext cx="5115960" cy="1390320"/>
          </a:xfrm>
          <a:prstGeom prst="rect">
            <a:avLst/>
          </a:prstGeom>
          <a:noFill/>
          <a:ln w="0">
            <a:noFill/>
          </a:ln>
        </p:spPr>
        <p:txBody>
          <a:bodyPr lIns="91440" tIns="91440" rIns="91440" bIns="91440" anchor="b">
            <a:noAutofit/>
          </a:bodyPr>
          <a:lstStyle/>
          <a:p>
            <a:pPr indent="0">
              <a:buNone/>
            </a:pPr>
            <a:r>
              <a:rPr lang="fr-FR" sz="4000" b="0" u="none" strike="noStrike">
                <a:solidFill>
                  <a:schemeClr val="dk1"/>
                </a:solidFill>
                <a:effectLst/>
                <a:uFillTx/>
                <a:latin typeface="Arial"/>
              </a:rPr>
              <a:t>Click to edit the title text format</a:t>
            </a:r>
          </a:p>
        </p:txBody>
      </p:sp>
      <p:sp>
        <p:nvSpPr>
          <p:cNvPr id="189" name="Google Shape;358;p15"/>
          <p:cNvSpPr/>
          <p:nvPr/>
        </p:nvSpPr>
        <p:spPr>
          <a:xfrm rot="9076800" flipH="1">
            <a:off x="7972920" y="-586080"/>
            <a:ext cx="1683360" cy="1672560"/>
          </a:xfrm>
          <a:custGeom>
            <a:avLst/>
            <a:gdLst>
              <a:gd name="textAreaLeft" fmla="*/ 360 w 1683360"/>
              <a:gd name="textAreaRight" fmla="*/ 1684080 w 1683360"/>
              <a:gd name="textAreaTop" fmla="*/ 0 h 1672560"/>
              <a:gd name="textAreaBottom" fmla="*/ 1672920 h 167256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90" name="Google Shape;359;p15"/>
          <p:cNvGrpSpPr/>
          <p:nvPr/>
        </p:nvGrpSpPr>
        <p:grpSpPr>
          <a:xfrm>
            <a:off x="682920" y="4696560"/>
            <a:ext cx="325440" cy="404280"/>
            <a:chOff x="682920" y="4696560"/>
            <a:chExt cx="325440" cy="404280"/>
          </a:xfrm>
        </p:grpSpPr>
        <p:sp>
          <p:nvSpPr>
            <p:cNvPr id="191" name="Google Shape;360;p15"/>
            <p:cNvSpPr/>
            <p:nvPr/>
          </p:nvSpPr>
          <p:spPr>
            <a:xfrm flipH="1">
              <a:off x="682920" y="4696560"/>
              <a:ext cx="325440" cy="404280"/>
            </a:xfrm>
            <a:custGeom>
              <a:avLst/>
              <a:gdLst>
                <a:gd name="textAreaLeft" fmla="*/ 360 w 325440"/>
                <a:gd name="textAreaRight" fmla="*/ 326160 w 325440"/>
                <a:gd name="textAreaTop" fmla="*/ 0 h 404280"/>
                <a:gd name="textAreaBottom" fmla="*/ 404640 h 404280"/>
              </a:gdLst>
              <a:ahLst/>
              <a:cxnLst/>
              <a:rect l="textAreaLeft" t="textAreaTop" r="textAreaRight" b="textAreaBottom"/>
              <a:pathLst>
                <a:path w="435673" h="541115">
                  <a:moveTo>
                    <a:pt x="394621" y="0"/>
                  </a:moveTo>
                  <a:cubicBezTo>
                    <a:pt x="417294" y="0"/>
                    <a:pt x="435674" y="18380"/>
                    <a:pt x="435674" y="41053"/>
                  </a:cubicBezTo>
                  <a:lnTo>
                    <a:pt x="435674" y="500062"/>
                  </a:lnTo>
                  <a:cubicBezTo>
                    <a:pt x="435674" y="522735"/>
                    <a:pt x="417294" y="541115"/>
                    <a:pt x="394621" y="541115"/>
                  </a:cubicBezTo>
                  <a:lnTo>
                    <a:pt x="41053" y="541115"/>
                  </a:lnTo>
                  <a:cubicBezTo>
                    <a:pt x="18380" y="541115"/>
                    <a:pt x="0" y="522735"/>
                    <a:pt x="0" y="500062"/>
                  </a:cubicBezTo>
                  <a:lnTo>
                    <a:pt x="0" y="41053"/>
                  </a:lnTo>
                  <a:cubicBezTo>
                    <a:pt x="0" y="18380"/>
                    <a:pt x="18380" y="0"/>
                    <a:pt x="41053"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92" name="Google Shape;361;p15"/>
            <p:cNvGrpSpPr/>
            <p:nvPr/>
          </p:nvGrpSpPr>
          <p:grpSpPr>
            <a:xfrm>
              <a:off x="715680" y="4719960"/>
              <a:ext cx="122760" cy="30600"/>
              <a:chOff x="715680" y="4719960"/>
              <a:chExt cx="122760" cy="30600"/>
            </a:xfrm>
          </p:grpSpPr>
          <p:sp>
            <p:nvSpPr>
              <p:cNvPr id="193" name="Google Shape;362;p15"/>
              <p:cNvSpPr/>
              <p:nvPr/>
            </p:nvSpPr>
            <p:spPr>
              <a:xfrm flipH="1">
                <a:off x="715320" y="4719960"/>
                <a:ext cx="30600" cy="30600"/>
              </a:xfrm>
              <a:custGeom>
                <a:avLst/>
                <a:gdLst>
                  <a:gd name="textAreaLeft" fmla="*/ -360 w 30600"/>
                  <a:gd name="textAreaRight" fmla="*/ 30600 w 30600"/>
                  <a:gd name="textAreaTop" fmla="*/ 0 h 30600"/>
                  <a:gd name="textAreaBottom" fmla="*/ 30960 h 30600"/>
                </a:gdLst>
                <a:ahLst/>
                <a:cxnLst/>
                <a:rect l="textAreaLeft" t="textAreaTop" r="textAreaRight" b="textAreaBottom"/>
                <a:pathLst>
                  <a:path w="41528" h="41529">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4" name="Google Shape;363;p15"/>
              <p:cNvSpPr/>
              <p:nvPr/>
            </p:nvSpPr>
            <p:spPr>
              <a:xfrm flipH="1">
                <a:off x="761400" y="4719960"/>
                <a:ext cx="30600" cy="30600"/>
              </a:xfrm>
              <a:custGeom>
                <a:avLst/>
                <a:gdLst>
                  <a:gd name="textAreaLeft" fmla="*/ -360 w 30600"/>
                  <a:gd name="textAreaRight" fmla="*/ 30600 w 30600"/>
                  <a:gd name="textAreaTop" fmla="*/ 0 h 30600"/>
                  <a:gd name="textAreaBottom" fmla="*/ 30960 h 30600"/>
                </a:gdLst>
                <a:ahLst/>
                <a:cxnLst/>
                <a:rect l="textAreaLeft" t="textAreaTop" r="textAreaRight" b="textAreaBottom"/>
                <a:pathLst>
                  <a:path w="41528" h="41529">
                    <a:moveTo>
                      <a:pt x="41529" y="20765"/>
                    </a:moveTo>
                    <a:cubicBezTo>
                      <a:pt x="41529" y="32290"/>
                      <a:pt x="32195" y="41529"/>
                      <a:pt x="20764" y="41529"/>
                    </a:cubicBezTo>
                    <a:cubicBezTo>
                      <a:pt x="9334" y="41529"/>
                      <a:pt x="0" y="32194"/>
                      <a:pt x="0" y="20765"/>
                    </a:cubicBezTo>
                    <a:cubicBezTo>
                      <a:pt x="0" y="9334"/>
                      <a:pt x="9334" y="0"/>
                      <a:pt x="20764" y="0"/>
                    </a:cubicBezTo>
                    <a:cubicBezTo>
                      <a:pt x="32195" y="0"/>
                      <a:pt x="41529" y="9334"/>
                      <a:pt x="41529" y="2076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5" name="Google Shape;364;p15"/>
              <p:cNvSpPr/>
              <p:nvPr/>
            </p:nvSpPr>
            <p:spPr>
              <a:xfrm flipH="1">
                <a:off x="807480" y="4719960"/>
                <a:ext cx="30600" cy="30600"/>
              </a:xfrm>
              <a:custGeom>
                <a:avLst/>
                <a:gdLst>
                  <a:gd name="textAreaLeft" fmla="*/ -360 w 30600"/>
                  <a:gd name="textAreaRight" fmla="*/ 30600 w 30600"/>
                  <a:gd name="textAreaTop" fmla="*/ 0 h 30600"/>
                  <a:gd name="textAreaBottom" fmla="*/ 30960 h 30600"/>
                </a:gdLst>
                <a:ahLst/>
                <a:cxnLst/>
                <a:rect l="textAreaLeft" t="textAreaTop" r="textAreaRight" b="textAreaBottom"/>
                <a:pathLst>
                  <a:path w="41529" h="41529">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196" name="Google Shape;365;p15"/>
          <p:cNvGrpSpPr/>
          <p:nvPr/>
        </p:nvGrpSpPr>
        <p:grpSpPr>
          <a:xfrm>
            <a:off x="713520" y="4774680"/>
            <a:ext cx="268560" cy="280440"/>
            <a:chOff x="713520" y="4774680"/>
            <a:chExt cx="268560" cy="280440"/>
          </a:xfrm>
        </p:grpSpPr>
        <p:sp>
          <p:nvSpPr>
            <p:cNvPr id="197" name="Google Shape;366;p15"/>
            <p:cNvSpPr/>
            <p:nvPr/>
          </p:nvSpPr>
          <p:spPr>
            <a:xfrm flipH="1">
              <a:off x="714960" y="4933440"/>
              <a:ext cx="267120" cy="121680"/>
            </a:xfrm>
            <a:custGeom>
              <a:avLst/>
              <a:gdLst>
                <a:gd name="textAreaLeft" fmla="*/ 360 w 267120"/>
                <a:gd name="textAreaRight" fmla="*/ 267840 w 267120"/>
                <a:gd name="textAreaTop" fmla="*/ 0 h 121680"/>
                <a:gd name="textAreaBottom" fmla="*/ 122040 h 121680"/>
              </a:gdLst>
              <a:ahLst/>
              <a:cxnLst/>
              <a:rect l="textAreaLeft" t="textAreaTop" r="textAreaRight" b="textAreaBottom"/>
              <a:pathLst>
                <a:path w="357473" h="163258">
                  <a:moveTo>
                    <a:pt x="40196" y="72962"/>
                  </a:moveTo>
                  <a:lnTo>
                    <a:pt x="0" y="72962"/>
                  </a:lnTo>
                  <a:lnTo>
                    <a:pt x="0" y="90297"/>
                  </a:lnTo>
                  <a:lnTo>
                    <a:pt x="40196" y="90297"/>
                  </a:lnTo>
                  <a:lnTo>
                    <a:pt x="40196" y="72962"/>
                  </a:lnTo>
                  <a:close/>
                  <a:moveTo>
                    <a:pt x="185166" y="126778"/>
                  </a:moveTo>
                  <a:lnTo>
                    <a:pt x="294894" y="126778"/>
                  </a:lnTo>
                  <a:lnTo>
                    <a:pt x="294894" y="109347"/>
                  </a:lnTo>
                  <a:lnTo>
                    <a:pt x="185166" y="109347"/>
                  </a:lnTo>
                  <a:lnTo>
                    <a:pt x="185166" y="126778"/>
                  </a:lnTo>
                  <a:close/>
                  <a:moveTo>
                    <a:pt x="294894" y="0"/>
                  </a:moveTo>
                  <a:lnTo>
                    <a:pt x="38291" y="0"/>
                  </a:lnTo>
                  <a:lnTo>
                    <a:pt x="38291" y="17335"/>
                  </a:lnTo>
                  <a:lnTo>
                    <a:pt x="294894" y="17335"/>
                  </a:lnTo>
                  <a:lnTo>
                    <a:pt x="294894" y="0"/>
                  </a:lnTo>
                  <a:close/>
                  <a:moveTo>
                    <a:pt x="0" y="163259"/>
                  </a:moveTo>
                  <a:lnTo>
                    <a:pt x="99632" y="163259"/>
                  </a:lnTo>
                  <a:lnTo>
                    <a:pt x="99632" y="145828"/>
                  </a:lnTo>
                  <a:lnTo>
                    <a:pt x="0" y="145828"/>
                  </a:lnTo>
                  <a:lnTo>
                    <a:pt x="0" y="163259"/>
                  </a:lnTo>
                  <a:close/>
                  <a:moveTo>
                    <a:pt x="76581" y="36481"/>
                  </a:moveTo>
                  <a:lnTo>
                    <a:pt x="0" y="36481"/>
                  </a:lnTo>
                  <a:lnTo>
                    <a:pt x="0" y="53816"/>
                  </a:lnTo>
                  <a:lnTo>
                    <a:pt x="76581" y="53816"/>
                  </a:lnTo>
                  <a:lnTo>
                    <a:pt x="76581" y="36481"/>
                  </a:lnTo>
                  <a:close/>
                  <a:moveTo>
                    <a:pt x="52483" y="90297"/>
                  </a:moveTo>
                  <a:lnTo>
                    <a:pt x="207836" y="90297"/>
                  </a:lnTo>
                  <a:lnTo>
                    <a:pt x="207836" y="72962"/>
                  </a:lnTo>
                  <a:lnTo>
                    <a:pt x="52483" y="72962"/>
                  </a:lnTo>
                  <a:lnTo>
                    <a:pt x="52483" y="90297"/>
                  </a:lnTo>
                  <a:close/>
                  <a:moveTo>
                    <a:pt x="164402" y="109347"/>
                  </a:moveTo>
                  <a:lnTo>
                    <a:pt x="0" y="109347"/>
                  </a:lnTo>
                  <a:lnTo>
                    <a:pt x="0" y="126778"/>
                  </a:lnTo>
                  <a:lnTo>
                    <a:pt x="164402" y="126778"/>
                  </a:lnTo>
                  <a:lnTo>
                    <a:pt x="164402" y="109347"/>
                  </a:lnTo>
                  <a:close/>
                  <a:moveTo>
                    <a:pt x="220218" y="90297"/>
                  </a:moveTo>
                  <a:lnTo>
                    <a:pt x="357378" y="90297"/>
                  </a:lnTo>
                  <a:lnTo>
                    <a:pt x="357378" y="72962"/>
                  </a:lnTo>
                  <a:lnTo>
                    <a:pt x="220218" y="72962"/>
                  </a:lnTo>
                  <a:lnTo>
                    <a:pt x="220218" y="90297"/>
                  </a:lnTo>
                  <a:close/>
                  <a:moveTo>
                    <a:pt x="97441" y="53816"/>
                  </a:moveTo>
                  <a:lnTo>
                    <a:pt x="357474" y="53816"/>
                  </a:lnTo>
                  <a:lnTo>
                    <a:pt x="357474" y="36481"/>
                  </a:lnTo>
                  <a:lnTo>
                    <a:pt x="97441" y="36481"/>
                  </a:lnTo>
                  <a:lnTo>
                    <a:pt x="97441" y="53816"/>
                  </a:lnTo>
                  <a:close/>
                  <a:moveTo>
                    <a:pt x="305371" y="0"/>
                  </a:moveTo>
                  <a:lnTo>
                    <a:pt x="305371" y="17335"/>
                  </a:lnTo>
                  <a:lnTo>
                    <a:pt x="357378" y="17335"/>
                  </a:lnTo>
                  <a:lnTo>
                    <a:pt x="357378" y="0"/>
                  </a:lnTo>
                  <a:lnTo>
                    <a:pt x="305371" y="0"/>
                  </a:lnTo>
                  <a:close/>
                  <a:moveTo>
                    <a:pt x="315659" y="126778"/>
                  </a:moveTo>
                  <a:lnTo>
                    <a:pt x="357378" y="126778"/>
                  </a:lnTo>
                  <a:lnTo>
                    <a:pt x="357378" y="109347"/>
                  </a:lnTo>
                  <a:lnTo>
                    <a:pt x="315659" y="109347"/>
                  </a:lnTo>
                  <a:lnTo>
                    <a:pt x="315659" y="126778"/>
                  </a:lnTo>
                  <a:close/>
                  <a:moveTo>
                    <a:pt x="120396" y="163259"/>
                  </a:moveTo>
                  <a:lnTo>
                    <a:pt x="222981" y="163259"/>
                  </a:lnTo>
                  <a:lnTo>
                    <a:pt x="222981" y="145828"/>
                  </a:lnTo>
                  <a:lnTo>
                    <a:pt x="120396" y="145828"/>
                  </a:lnTo>
                  <a:lnTo>
                    <a:pt x="120396" y="163259"/>
                  </a:lnTo>
                  <a:close/>
                  <a:moveTo>
                    <a:pt x="235363" y="163259"/>
                  </a:moveTo>
                  <a:lnTo>
                    <a:pt x="313563" y="163259"/>
                  </a:lnTo>
                  <a:lnTo>
                    <a:pt x="313563" y="145828"/>
                  </a:lnTo>
                  <a:lnTo>
                    <a:pt x="235363" y="145828"/>
                  </a:lnTo>
                  <a:lnTo>
                    <a:pt x="235363" y="163259"/>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8" name="Google Shape;367;p15"/>
            <p:cNvSpPr/>
            <p:nvPr/>
          </p:nvSpPr>
          <p:spPr>
            <a:xfrm flipH="1">
              <a:off x="713160" y="4774680"/>
              <a:ext cx="264600" cy="134280"/>
            </a:xfrm>
            <a:custGeom>
              <a:avLst/>
              <a:gdLst>
                <a:gd name="textAreaLeft" fmla="*/ -360 w 264600"/>
                <a:gd name="textAreaRight" fmla="*/ 264600 w 264600"/>
                <a:gd name="textAreaTop" fmla="*/ 0 h 134280"/>
                <a:gd name="textAreaBottom" fmla="*/ 134640 h 134280"/>
              </a:gdLst>
              <a:ahLst/>
              <a:cxnLst/>
              <a:rect l="textAreaLeft" t="textAreaTop" r="textAreaRight" b="textAreaBottom"/>
              <a:pathLst>
                <a:path w="353948" h="180117">
                  <a:moveTo>
                    <a:pt x="0" y="0"/>
                  </a:moveTo>
                  <a:lnTo>
                    <a:pt x="353949" y="0"/>
                  </a:lnTo>
                  <a:lnTo>
                    <a:pt x="353949" y="180118"/>
                  </a:lnTo>
                  <a:lnTo>
                    <a:pt x="0" y="180118"/>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99" name="Google Shape;368;p15"/>
          <p:cNvGrpSpPr/>
          <p:nvPr/>
        </p:nvGrpSpPr>
        <p:grpSpPr>
          <a:xfrm>
            <a:off x="96120" y="4469400"/>
            <a:ext cx="354960" cy="643680"/>
            <a:chOff x="96120" y="4469400"/>
            <a:chExt cx="354960" cy="643680"/>
          </a:xfrm>
        </p:grpSpPr>
        <p:grpSp>
          <p:nvGrpSpPr>
            <p:cNvPr id="200" name="Google Shape;369;p15"/>
            <p:cNvGrpSpPr/>
            <p:nvPr/>
          </p:nvGrpSpPr>
          <p:grpSpPr>
            <a:xfrm>
              <a:off x="96120" y="4469400"/>
              <a:ext cx="354960" cy="643680"/>
              <a:chOff x="96120" y="4469400"/>
              <a:chExt cx="354960" cy="643680"/>
            </a:xfrm>
          </p:grpSpPr>
          <p:sp>
            <p:nvSpPr>
              <p:cNvPr id="201" name="Google Shape;370;p15"/>
              <p:cNvSpPr/>
              <p:nvPr/>
            </p:nvSpPr>
            <p:spPr>
              <a:xfrm flipH="1">
                <a:off x="96120" y="4469400"/>
                <a:ext cx="354960" cy="643680"/>
              </a:xfrm>
              <a:custGeom>
                <a:avLst/>
                <a:gdLst>
                  <a:gd name="textAreaLeft" fmla="*/ 360 w 354960"/>
                  <a:gd name="textAreaRight" fmla="*/ 355680 w 354960"/>
                  <a:gd name="textAreaTop" fmla="*/ 0 h 643680"/>
                  <a:gd name="textAreaBottom" fmla="*/ 644040 h 643680"/>
                </a:gdLst>
                <a:ahLst/>
                <a:cxnLst/>
                <a:rect l="textAreaLeft" t="textAreaTop" r="textAreaRight" b="textAreaBottom"/>
                <a:pathLst>
                  <a:path w="470725" h="852963">
                    <a:moveTo>
                      <a:pt x="435388" y="0"/>
                    </a:moveTo>
                    <a:cubicBezTo>
                      <a:pt x="454904" y="0"/>
                      <a:pt x="470726" y="15821"/>
                      <a:pt x="470726" y="35338"/>
                    </a:cubicBezTo>
                    <a:lnTo>
                      <a:pt x="470726" y="817626"/>
                    </a:lnTo>
                    <a:cubicBezTo>
                      <a:pt x="470726" y="837143"/>
                      <a:pt x="454904" y="852964"/>
                      <a:pt x="435388" y="852964"/>
                    </a:cubicBezTo>
                    <a:lnTo>
                      <a:pt x="35338" y="852964"/>
                    </a:lnTo>
                    <a:cubicBezTo>
                      <a:pt x="15821" y="852964"/>
                      <a:pt x="0" y="837143"/>
                      <a:pt x="0" y="817626"/>
                    </a:cubicBezTo>
                    <a:lnTo>
                      <a:pt x="0" y="35338"/>
                    </a:lnTo>
                    <a:cubicBezTo>
                      <a:pt x="0" y="15822"/>
                      <a:pt x="15821" y="0"/>
                      <a:pt x="35338"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2" name="Google Shape;371;p15"/>
              <p:cNvSpPr/>
              <p:nvPr/>
            </p:nvSpPr>
            <p:spPr>
              <a:xfrm flipH="1">
                <a:off x="111960" y="4502160"/>
                <a:ext cx="324000" cy="527760"/>
              </a:xfrm>
              <a:custGeom>
                <a:avLst/>
                <a:gdLst>
                  <a:gd name="textAreaLeft" fmla="*/ 360 w 324000"/>
                  <a:gd name="textAreaRight" fmla="*/ 324720 w 324000"/>
                  <a:gd name="textAreaTop" fmla="*/ 0 h 527760"/>
                  <a:gd name="textAreaBottom" fmla="*/ 528120 h 527760"/>
                </a:gdLst>
                <a:ahLst/>
                <a:cxnLst/>
                <a:rect l="textAreaLeft" t="textAreaTop" r="textAreaRight" b="textAreaBottom"/>
                <a:pathLst>
                  <a:path w="429577" h="699420">
                    <a:moveTo>
                      <a:pt x="0" y="0"/>
                    </a:moveTo>
                    <a:lnTo>
                      <a:pt x="429578" y="0"/>
                    </a:lnTo>
                    <a:lnTo>
                      <a:pt x="429578" y="699421"/>
                    </a:lnTo>
                    <a:lnTo>
                      <a:pt x="0" y="69942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03" name="Google Shape;372;p15"/>
            <p:cNvSpPr/>
            <p:nvPr/>
          </p:nvSpPr>
          <p:spPr>
            <a:xfrm flipH="1">
              <a:off x="127440" y="5065200"/>
              <a:ext cx="293040" cy="24120"/>
            </a:xfrm>
            <a:custGeom>
              <a:avLst/>
              <a:gdLst>
                <a:gd name="textAreaLeft" fmla="*/ 360 w 293040"/>
                <a:gd name="textAreaRight" fmla="*/ 293760 w 293040"/>
                <a:gd name="textAreaTop" fmla="*/ 0 h 24120"/>
                <a:gd name="textAreaBottom" fmla="*/ 24480 h 24120"/>
              </a:gdLst>
              <a:ahLst/>
              <a:cxnLst/>
              <a:rect l="textAreaLeft" t="textAreaTop" r="textAreaRight" b="textAreaBottom"/>
              <a:pathLst>
                <a:path w="388334" h="32194">
                  <a:moveTo>
                    <a:pt x="88011" y="0"/>
                  </a:moveTo>
                  <a:lnTo>
                    <a:pt x="16097" y="0"/>
                  </a:lnTo>
                  <a:cubicBezTo>
                    <a:pt x="7239" y="0"/>
                    <a:pt x="0" y="7239"/>
                    <a:pt x="0" y="16097"/>
                  </a:cubicBezTo>
                  <a:cubicBezTo>
                    <a:pt x="0" y="24955"/>
                    <a:pt x="7239" y="32195"/>
                    <a:pt x="16097" y="32195"/>
                  </a:cubicBezTo>
                  <a:lnTo>
                    <a:pt x="88011" y="32195"/>
                  </a:lnTo>
                  <a:cubicBezTo>
                    <a:pt x="96869" y="32195"/>
                    <a:pt x="104108" y="24955"/>
                    <a:pt x="104108" y="16097"/>
                  </a:cubicBezTo>
                  <a:cubicBezTo>
                    <a:pt x="104108" y="7239"/>
                    <a:pt x="96869" y="0"/>
                    <a:pt x="88011" y="0"/>
                  </a:cubicBezTo>
                  <a:close/>
                  <a:moveTo>
                    <a:pt x="230124" y="0"/>
                  </a:moveTo>
                  <a:lnTo>
                    <a:pt x="158210" y="0"/>
                  </a:lnTo>
                  <a:cubicBezTo>
                    <a:pt x="149352" y="0"/>
                    <a:pt x="142113" y="7239"/>
                    <a:pt x="142113" y="16097"/>
                  </a:cubicBezTo>
                  <a:cubicBezTo>
                    <a:pt x="142113" y="24955"/>
                    <a:pt x="149352" y="32195"/>
                    <a:pt x="158210" y="32195"/>
                  </a:cubicBezTo>
                  <a:lnTo>
                    <a:pt x="230124" y="32195"/>
                  </a:lnTo>
                  <a:cubicBezTo>
                    <a:pt x="238982" y="32195"/>
                    <a:pt x="246221" y="24955"/>
                    <a:pt x="246221" y="16097"/>
                  </a:cubicBezTo>
                  <a:cubicBezTo>
                    <a:pt x="246221" y="7239"/>
                    <a:pt x="238982" y="0"/>
                    <a:pt x="230124" y="0"/>
                  </a:cubicBezTo>
                  <a:close/>
                  <a:moveTo>
                    <a:pt x="372237" y="0"/>
                  </a:moveTo>
                  <a:lnTo>
                    <a:pt x="300323" y="0"/>
                  </a:lnTo>
                  <a:cubicBezTo>
                    <a:pt x="291465" y="0"/>
                    <a:pt x="284226" y="7239"/>
                    <a:pt x="284226" y="16097"/>
                  </a:cubicBezTo>
                  <a:cubicBezTo>
                    <a:pt x="284226" y="24955"/>
                    <a:pt x="291465" y="32195"/>
                    <a:pt x="300323" y="32195"/>
                  </a:cubicBezTo>
                  <a:lnTo>
                    <a:pt x="372237" y="32195"/>
                  </a:lnTo>
                  <a:cubicBezTo>
                    <a:pt x="381095" y="32195"/>
                    <a:pt x="388334" y="24955"/>
                    <a:pt x="388334" y="16097"/>
                  </a:cubicBezTo>
                  <a:cubicBezTo>
                    <a:pt x="388334" y="7239"/>
                    <a:pt x="381095" y="0"/>
                    <a:pt x="3722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2240" bIns="12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04" name="Google Shape;373;p15"/>
          <p:cNvGrpSpPr/>
          <p:nvPr/>
        </p:nvGrpSpPr>
        <p:grpSpPr>
          <a:xfrm>
            <a:off x="7976160" y="116280"/>
            <a:ext cx="1061640" cy="558720"/>
            <a:chOff x="7976160" y="116280"/>
            <a:chExt cx="1061640" cy="558720"/>
          </a:xfrm>
        </p:grpSpPr>
        <p:sp>
          <p:nvSpPr>
            <p:cNvPr id="205" name="Google Shape;374;p15"/>
            <p:cNvSpPr/>
            <p:nvPr/>
          </p:nvSpPr>
          <p:spPr>
            <a:xfrm>
              <a:off x="7976160" y="116280"/>
              <a:ext cx="1061640" cy="558720"/>
            </a:xfrm>
            <a:custGeom>
              <a:avLst/>
              <a:gdLst>
                <a:gd name="textAreaLeft" fmla="*/ 0 w 1061640"/>
                <a:gd name="textAreaRight" fmla="*/ 1062000 w 1061640"/>
                <a:gd name="textAreaTop" fmla="*/ 0 h 558720"/>
                <a:gd name="textAreaBottom" fmla="*/ 559080 h 558720"/>
              </a:gdLst>
              <a:ahLst/>
              <a:cxnLst/>
              <a:rect l="textAreaLeft" t="textAreaTop" r="textAreaRight" b="textAreaBottom"/>
              <a:pathLst>
                <a:path w="1262157" h="664368">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06" name="Google Shape;375;p15"/>
            <p:cNvGrpSpPr/>
            <p:nvPr/>
          </p:nvGrpSpPr>
          <p:grpSpPr>
            <a:xfrm>
              <a:off x="8325720" y="282960"/>
              <a:ext cx="281160" cy="319320"/>
              <a:chOff x="8325720" y="282960"/>
              <a:chExt cx="281160" cy="319320"/>
            </a:xfrm>
          </p:grpSpPr>
          <p:grpSp>
            <p:nvGrpSpPr>
              <p:cNvPr id="207" name="Google Shape;376;p15"/>
              <p:cNvGrpSpPr/>
              <p:nvPr/>
            </p:nvGrpSpPr>
            <p:grpSpPr>
              <a:xfrm>
                <a:off x="8325720" y="282960"/>
                <a:ext cx="281160" cy="319320"/>
                <a:chOff x="8325720" y="282960"/>
                <a:chExt cx="281160" cy="319320"/>
              </a:xfrm>
            </p:grpSpPr>
            <p:grpSp>
              <p:nvGrpSpPr>
                <p:cNvPr id="208" name="Google Shape;377;p15"/>
                <p:cNvGrpSpPr/>
                <p:nvPr/>
              </p:nvGrpSpPr>
              <p:grpSpPr>
                <a:xfrm>
                  <a:off x="8325720" y="481320"/>
                  <a:ext cx="281160" cy="120960"/>
                  <a:chOff x="8325720" y="481320"/>
                  <a:chExt cx="281160" cy="120960"/>
                </a:xfrm>
              </p:grpSpPr>
              <p:sp>
                <p:nvSpPr>
                  <p:cNvPr id="209" name="Google Shape;378;p15"/>
                  <p:cNvSpPr/>
                  <p:nvPr/>
                </p:nvSpPr>
                <p:spPr>
                  <a:xfrm>
                    <a:off x="8325720" y="50688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0" name="Google Shape;379;p15"/>
                  <p:cNvSpPr/>
                  <p:nvPr/>
                </p:nvSpPr>
                <p:spPr>
                  <a:xfrm>
                    <a:off x="8326080" y="48132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11" name="Google Shape;380;p15"/>
                <p:cNvGrpSpPr/>
                <p:nvPr/>
              </p:nvGrpSpPr>
              <p:grpSpPr>
                <a:xfrm>
                  <a:off x="8325720" y="381960"/>
                  <a:ext cx="281160" cy="120960"/>
                  <a:chOff x="8325720" y="381960"/>
                  <a:chExt cx="281160" cy="120960"/>
                </a:xfrm>
              </p:grpSpPr>
              <p:sp>
                <p:nvSpPr>
                  <p:cNvPr id="212" name="Google Shape;381;p15"/>
                  <p:cNvSpPr/>
                  <p:nvPr/>
                </p:nvSpPr>
                <p:spPr>
                  <a:xfrm>
                    <a:off x="8325720" y="40752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3" name="Google Shape;382;p15"/>
                  <p:cNvSpPr/>
                  <p:nvPr/>
                </p:nvSpPr>
                <p:spPr>
                  <a:xfrm>
                    <a:off x="8326080" y="38196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14" name="Google Shape;383;p15"/>
                <p:cNvGrpSpPr/>
                <p:nvPr/>
              </p:nvGrpSpPr>
              <p:grpSpPr>
                <a:xfrm>
                  <a:off x="8325720" y="282960"/>
                  <a:ext cx="281160" cy="120960"/>
                  <a:chOff x="8325720" y="282960"/>
                  <a:chExt cx="281160" cy="120960"/>
                </a:xfrm>
              </p:grpSpPr>
              <p:sp>
                <p:nvSpPr>
                  <p:cNvPr id="215" name="Google Shape;384;p15"/>
                  <p:cNvSpPr/>
                  <p:nvPr/>
                </p:nvSpPr>
                <p:spPr>
                  <a:xfrm>
                    <a:off x="8325720" y="30852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6" name="Google Shape;385;p15"/>
                  <p:cNvSpPr/>
                  <p:nvPr/>
                </p:nvSpPr>
                <p:spPr>
                  <a:xfrm>
                    <a:off x="8326080" y="28296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217" name="Google Shape;386;p15"/>
              <p:cNvSpPr/>
              <p:nvPr/>
            </p:nvSpPr>
            <p:spPr>
              <a:xfrm>
                <a:off x="8539920" y="34596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8" name="Google Shape;387;p15"/>
              <p:cNvSpPr/>
              <p:nvPr/>
            </p:nvSpPr>
            <p:spPr>
              <a:xfrm>
                <a:off x="8539920" y="44352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9" name="Google Shape;388;p15"/>
              <p:cNvSpPr/>
              <p:nvPr/>
            </p:nvSpPr>
            <p:spPr>
              <a:xfrm>
                <a:off x="8539920" y="54504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20" name="Google Shape;389;p15"/>
          <p:cNvGrpSpPr/>
          <p:nvPr/>
        </p:nvGrpSpPr>
        <p:grpSpPr>
          <a:xfrm>
            <a:off x="457560" y="4797720"/>
            <a:ext cx="217800" cy="15840"/>
            <a:chOff x="457560" y="4797720"/>
            <a:chExt cx="217800" cy="15840"/>
          </a:xfrm>
        </p:grpSpPr>
        <p:sp>
          <p:nvSpPr>
            <p:cNvPr id="221" name="Google Shape;390;p15"/>
            <p:cNvSpPr/>
            <p:nvPr/>
          </p:nvSpPr>
          <p:spPr>
            <a:xfrm rot="16200000" flipV="1">
              <a:off x="563400" y="4701240"/>
              <a:ext cx="5760" cy="202320"/>
            </a:xfrm>
            <a:custGeom>
              <a:avLst/>
              <a:gdLst>
                <a:gd name="textAreaLeft" fmla="*/ 0 w 5760"/>
                <a:gd name="textAreaRight" fmla="*/ 6120 w 5760"/>
                <a:gd name="textAreaTop" fmla="*/ 360 h 202320"/>
                <a:gd name="textAreaBottom" fmla="*/ 203040 h 202320"/>
              </a:gdLst>
              <a:ahLst/>
              <a:cxnLst/>
              <a:rect l="textAreaLeft" t="textAreaTop" r="textAreaRight" b="textAreaBottom"/>
              <a:pathLst>
                <a:path w="9525" h="307467">
                  <a:moveTo>
                    <a:pt x="-1" y="307467"/>
                  </a:moveTo>
                  <a:lnTo>
                    <a:pt x="-1" y="0"/>
                  </a:lnTo>
                </a:path>
              </a:pathLst>
            </a:custGeom>
            <a:solidFill>
              <a:schemeClr val="accent4"/>
            </a:solidFill>
            <a:ln w="10950">
              <a:solidFill>
                <a:srgbClr val="6F7082"/>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2" name="Google Shape;391;p15"/>
            <p:cNvSpPr/>
            <p:nvPr/>
          </p:nvSpPr>
          <p:spPr>
            <a:xfrm rot="16200000" flipV="1">
              <a:off x="457560" y="4797720"/>
              <a:ext cx="15840" cy="15840"/>
            </a:xfrm>
            <a:custGeom>
              <a:avLst/>
              <a:gdLst>
                <a:gd name="textAreaLeft" fmla="*/ 0 w 15840"/>
                <a:gd name="textAreaRight" fmla="*/ 16200 w 15840"/>
                <a:gd name="textAreaTop" fmla="*/ 360 h 15840"/>
                <a:gd name="textAreaBottom" fmla="*/ 16560 h 15840"/>
              </a:gdLst>
              <a:ahLst/>
              <a:cxnLst/>
              <a:rect l="textAreaLeft" t="textAreaTop" r="textAreaRight" b="textAreaBottom"/>
              <a:pathLst>
                <a:path w="24764" h="24765">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3" name="Google Shape;392;p15"/>
            <p:cNvSpPr/>
            <p:nvPr/>
          </p:nvSpPr>
          <p:spPr>
            <a:xfrm rot="16200000" flipV="1">
              <a:off x="659520" y="4797720"/>
              <a:ext cx="15840" cy="15840"/>
            </a:xfrm>
            <a:custGeom>
              <a:avLst/>
              <a:gdLst>
                <a:gd name="textAreaLeft" fmla="*/ 0 w 15840"/>
                <a:gd name="textAreaRight" fmla="*/ 16200 w 15840"/>
                <a:gd name="textAreaTop" fmla="*/ 360 h 15840"/>
                <a:gd name="textAreaBottom" fmla="*/ 16560 h 15840"/>
              </a:gdLst>
              <a:ahLst/>
              <a:cxnLst/>
              <a:rect l="textAreaLeft" t="textAreaTop" r="textAreaRight" b="textAreaBottom"/>
              <a:pathLst>
                <a:path w="24764" h="24764">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24" name="Google Shape;393;p15"/>
          <p:cNvSpPr/>
          <p:nvPr/>
        </p:nvSpPr>
        <p:spPr>
          <a:xfrm rot="21067200">
            <a:off x="7984080" y="4422600"/>
            <a:ext cx="1660680" cy="1342800"/>
          </a:xfrm>
          <a:custGeom>
            <a:avLst/>
            <a:gdLst>
              <a:gd name="textAreaLeft" fmla="*/ 0 w 1660680"/>
              <a:gd name="textAreaRight" fmla="*/ 1661040 w 1660680"/>
              <a:gd name="textAreaTop" fmla="*/ 0 h 1342800"/>
              <a:gd name="textAreaBottom" fmla="*/ 1343160 h 13428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5" name="Google Shape;394;p15"/>
          <p:cNvSpPr/>
          <p:nvPr/>
        </p:nvSpPr>
        <p:spPr>
          <a:xfrm rot="16454400" flipH="1">
            <a:off x="-1234800" y="72000"/>
            <a:ext cx="2404080" cy="1318320"/>
          </a:xfrm>
          <a:custGeom>
            <a:avLst/>
            <a:gdLst>
              <a:gd name="textAreaLeft" fmla="*/ -360 w 2404080"/>
              <a:gd name="textAreaRight" fmla="*/ 2404080 w 2404080"/>
              <a:gd name="textAreaTop" fmla="*/ 0 h 1318320"/>
              <a:gd name="textAreaBottom" fmla="*/ 1318680 h 1318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6">
    <p:bg>
      <p:bgPr>
        <a:solidFill>
          <a:schemeClr val="lt1"/>
        </a:solidFill>
        <a:effectLst/>
      </p:bgPr>
    </p:bg>
    <p:spTree>
      <p:nvGrpSpPr>
        <p:cNvPr id="1" name=""/>
        <p:cNvGrpSpPr/>
        <p:nvPr/>
      </p:nvGrpSpPr>
      <p:grpSpPr>
        <a:xfrm>
          <a:off x="0" y="0"/>
          <a:ext cx="0" cy="0"/>
          <a:chOff x="0" y="0"/>
          <a:chExt cx="0" cy="0"/>
        </a:xfrm>
      </p:grpSpPr>
      <p:sp>
        <p:nvSpPr>
          <p:cNvPr id="22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228" name="Google Shape;403;p16"/>
          <p:cNvSpPr/>
          <p:nvPr/>
        </p:nvSpPr>
        <p:spPr>
          <a:xfrm rot="8800800" flipH="1">
            <a:off x="7902360" y="4181760"/>
            <a:ext cx="1679760" cy="1358280"/>
          </a:xfrm>
          <a:custGeom>
            <a:avLst/>
            <a:gdLst>
              <a:gd name="textAreaLeft" fmla="*/ 360 w 1679760"/>
              <a:gd name="textAreaRight" fmla="*/ 1680480 w 1679760"/>
              <a:gd name="textAreaTop" fmla="*/ 0 h 1358280"/>
              <a:gd name="textAreaBottom" fmla="*/ 1358640 h 135828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9" name="Google Shape;404;p16"/>
          <p:cNvSpPr/>
          <p:nvPr/>
        </p:nvSpPr>
        <p:spPr>
          <a:xfrm rot="12657600" flipH="1">
            <a:off x="-983160" y="4040280"/>
            <a:ext cx="2473920" cy="2000160"/>
          </a:xfrm>
          <a:custGeom>
            <a:avLst/>
            <a:gdLst>
              <a:gd name="textAreaLeft" fmla="*/ 360 w 2473920"/>
              <a:gd name="textAreaRight" fmla="*/ 2474640 w 2473920"/>
              <a:gd name="textAreaTop" fmla="*/ 0 h 2000160"/>
              <a:gd name="textAreaBottom" fmla="*/ 2000520 h 200016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0" name="Google Shape;405;p16"/>
          <p:cNvSpPr/>
          <p:nvPr/>
        </p:nvSpPr>
        <p:spPr>
          <a:xfrm rot="1554000" flipH="1">
            <a:off x="7562520" y="-663480"/>
            <a:ext cx="2112120" cy="2002320"/>
          </a:xfrm>
          <a:custGeom>
            <a:avLst/>
            <a:gdLst>
              <a:gd name="textAreaLeft" fmla="*/ -360 w 2112120"/>
              <a:gd name="textAreaRight" fmla="*/ 2112120 w 2112120"/>
              <a:gd name="textAreaTop" fmla="*/ 0 h 2002320"/>
              <a:gd name="textAreaBottom" fmla="*/ 2002680 h 2002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1" name="Google Shape;406;p16"/>
          <p:cNvSpPr/>
          <p:nvPr/>
        </p:nvSpPr>
        <p:spPr>
          <a:xfrm>
            <a:off x="63000" y="1725480"/>
            <a:ext cx="605880" cy="37080"/>
          </a:xfrm>
          <a:custGeom>
            <a:avLst/>
            <a:gdLst>
              <a:gd name="textAreaLeft" fmla="*/ 0 w 605880"/>
              <a:gd name="textAreaRight" fmla="*/ 606240 w 605880"/>
              <a:gd name="textAreaTop" fmla="*/ 0 h 37080"/>
              <a:gd name="textAreaBottom" fmla="*/ 37440 h 37080"/>
            </a:gdLst>
            <a:ahLst/>
            <a:cxnLst/>
            <a:rect l="textAreaLeft" t="textAreaTop" r="textAreaRight" b="textAreaBottom"/>
            <a:pathLst>
              <a:path w="824770" h="50863">
                <a:moveTo>
                  <a:pt x="799338" y="50863"/>
                </a:moveTo>
                <a:lnTo>
                  <a:pt x="25432" y="50863"/>
                </a:lnTo>
                <a:cubicBezTo>
                  <a:pt x="11430" y="50863"/>
                  <a:pt x="0" y="39433"/>
                  <a:pt x="0" y="25432"/>
                </a:cubicBezTo>
                <a:lnTo>
                  <a:pt x="0" y="25432"/>
                </a:lnTo>
                <a:cubicBezTo>
                  <a:pt x="0" y="11430"/>
                  <a:pt x="11430" y="0"/>
                  <a:pt x="25432" y="0"/>
                </a:cubicBezTo>
                <a:lnTo>
                  <a:pt x="799338" y="0"/>
                </a:lnTo>
                <a:cubicBezTo>
                  <a:pt x="813339" y="0"/>
                  <a:pt x="824770" y="11430"/>
                  <a:pt x="824770" y="25432"/>
                </a:cubicBezTo>
                <a:lnTo>
                  <a:pt x="824770" y="25432"/>
                </a:lnTo>
                <a:cubicBezTo>
                  <a:pt x="824770" y="39433"/>
                  <a:pt x="813339" y="50863"/>
                  <a:pt x="799338" y="50863"/>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8720" bIns="18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32" name="Google Shape;407;p16"/>
          <p:cNvGrpSpPr/>
          <p:nvPr/>
        </p:nvGrpSpPr>
        <p:grpSpPr>
          <a:xfrm>
            <a:off x="96480" y="951120"/>
            <a:ext cx="551520" cy="792720"/>
            <a:chOff x="96480" y="951120"/>
            <a:chExt cx="551520" cy="792720"/>
          </a:xfrm>
        </p:grpSpPr>
        <p:grpSp>
          <p:nvGrpSpPr>
            <p:cNvPr id="233" name="Google Shape;408;p16"/>
            <p:cNvGrpSpPr/>
            <p:nvPr/>
          </p:nvGrpSpPr>
          <p:grpSpPr>
            <a:xfrm>
              <a:off x="96480" y="951120"/>
              <a:ext cx="459720" cy="792720"/>
              <a:chOff x="96480" y="951120"/>
              <a:chExt cx="459720" cy="792720"/>
            </a:xfrm>
          </p:grpSpPr>
          <p:grpSp>
            <p:nvGrpSpPr>
              <p:cNvPr id="234" name="Google Shape;409;p16"/>
              <p:cNvGrpSpPr/>
              <p:nvPr/>
            </p:nvGrpSpPr>
            <p:grpSpPr>
              <a:xfrm>
                <a:off x="378360" y="1068840"/>
                <a:ext cx="177840" cy="675000"/>
                <a:chOff x="378360" y="1068840"/>
                <a:chExt cx="177840" cy="675000"/>
              </a:xfrm>
            </p:grpSpPr>
            <p:sp>
              <p:nvSpPr>
                <p:cNvPr id="235" name="Google Shape;410;p16"/>
                <p:cNvSpPr/>
                <p:nvPr/>
              </p:nvSpPr>
              <p:spPr>
                <a:xfrm rot="21152400">
                  <a:off x="421200" y="1071720"/>
                  <a:ext cx="91800" cy="668880"/>
                </a:xfrm>
                <a:custGeom>
                  <a:avLst/>
                  <a:gdLst>
                    <a:gd name="textAreaLeft" fmla="*/ 0 w 91800"/>
                    <a:gd name="textAreaRight" fmla="*/ 92160 w 91800"/>
                    <a:gd name="textAreaTop" fmla="*/ 0 h 668880"/>
                    <a:gd name="textAreaBottom" fmla="*/ 669240 h 668880"/>
                  </a:gdLst>
                  <a:ahLst/>
                  <a:cxnLst/>
                  <a:rect l="textAreaLeft" t="textAreaTop" r="textAreaRight" b="textAreaBottom"/>
                  <a:pathLst>
                    <a:path w="125444" h="909637">
                      <a:moveTo>
                        <a:pt x="0" y="0"/>
                      </a:moveTo>
                      <a:lnTo>
                        <a:pt x="125445" y="0"/>
                      </a:lnTo>
                      <a:lnTo>
                        <a:pt x="125445" y="909637"/>
                      </a:lnTo>
                      <a:lnTo>
                        <a:pt x="0" y="909637"/>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6" name="Google Shape;411;p16"/>
                <p:cNvSpPr/>
                <p:nvPr/>
              </p:nvSpPr>
              <p:spPr>
                <a:xfrm>
                  <a:off x="414720" y="1101600"/>
                  <a:ext cx="30600" cy="30600"/>
                </a:xfrm>
                <a:custGeom>
                  <a:avLst/>
                  <a:gdLst>
                    <a:gd name="textAreaLeft" fmla="*/ 0 w 30600"/>
                    <a:gd name="textAreaRight" fmla="*/ 30960 w 30600"/>
                    <a:gd name="textAreaTop" fmla="*/ 0 h 30600"/>
                    <a:gd name="textAreaBottom" fmla="*/ 30960 h 30600"/>
                  </a:gdLst>
                  <a:ahLst/>
                  <a:cxnLst/>
                  <a:rect l="textAreaLeft" t="textAreaTop" r="textAreaRight" b="textAreaBottom"/>
                  <a:pathLst>
                    <a:path w="42088" h="42088">
                      <a:moveTo>
                        <a:pt x="41904" y="18282"/>
                      </a:moveTo>
                      <a:cubicBezTo>
                        <a:pt x="43428" y="29807"/>
                        <a:pt x="35331" y="40380"/>
                        <a:pt x="23806" y="41904"/>
                      </a:cubicBezTo>
                      <a:cubicBezTo>
                        <a:pt x="12281" y="43428"/>
                        <a:pt x="1709" y="35332"/>
                        <a:pt x="184" y="23806"/>
                      </a:cubicBezTo>
                      <a:cubicBezTo>
                        <a:pt x="-1340" y="12281"/>
                        <a:pt x="6756" y="1708"/>
                        <a:pt x="18282" y="184"/>
                      </a:cubicBezTo>
                      <a:cubicBezTo>
                        <a:pt x="29807" y="-1340"/>
                        <a:pt x="40380" y="6757"/>
                        <a:pt x="41904" y="1828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7" name="Google Shape;412;p16"/>
                <p:cNvSpPr/>
                <p:nvPr/>
              </p:nvSpPr>
              <p:spPr>
                <a:xfrm>
                  <a:off x="421200" y="1150920"/>
                  <a:ext cx="30600" cy="30600"/>
                </a:xfrm>
                <a:custGeom>
                  <a:avLst/>
                  <a:gdLst>
                    <a:gd name="textAreaLeft" fmla="*/ 0 w 30600"/>
                    <a:gd name="textAreaRight" fmla="*/ 30960 w 30600"/>
                    <a:gd name="textAreaTop" fmla="*/ 0 h 30600"/>
                    <a:gd name="textAreaBottom" fmla="*/ 30960 h 30600"/>
                  </a:gdLst>
                  <a:ahLst/>
                  <a:cxnLst/>
                  <a:rect l="textAreaLeft" t="textAreaTop" r="textAreaRight" b="textAreaBottom"/>
                  <a:pathLst>
                    <a:path w="42087" h="42087">
                      <a:moveTo>
                        <a:pt x="41904" y="18282"/>
                      </a:moveTo>
                      <a:cubicBezTo>
                        <a:pt x="43427" y="29807"/>
                        <a:pt x="35331" y="40380"/>
                        <a:pt x="23806" y="41904"/>
                      </a:cubicBezTo>
                      <a:cubicBezTo>
                        <a:pt x="12280" y="43428"/>
                        <a:pt x="1708" y="35332"/>
                        <a:pt x="184" y="23806"/>
                      </a:cubicBezTo>
                      <a:cubicBezTo>
                        <a:pt x="-1340" y="12281"/>
                        <a:pt x="6756" y="1708"/>
                        <a:pt x="18281" y="184"/>
                      </a:cubicBezTo>
                      <a:cubicBezTo>
                        <a:pt x="29807" y="-1340"/>
                        <a:pt x="40380" y="6757"/>
                        <a:pt x="41904" y="1828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38" name="Google Shape;413;p16"/>
                <p:cNvGrpSpPr/>
                <p:nvPr/>
              </p:nvGrpSpPr>
              <p:grpSpPr>
                <a:xfrm>
                  <a:off x="460080" y="1583280"/>
                  <a:ext cx="73080" cy="84240"/>
                  <a:chOff x="460080" y="1583280"/>
                  <a:chExt cx="73080" cy="84240"/>
                </a:xfrm>
              </p:grpSpPr>
              <p:sp>
                <p:nvSpPr>
                  <p:cNvPr id="239" name="Google Shape;414;p16"/>
                  <p:cNvSpPr/>
                  <p:nvPr/>
                </p:nvSpPr>
                <p:spPr>
                  <a:xfrm rot="21152400">
                    <a:off x="460440" y="1587240"/>
                    <a:ext cx="64440" cy="10800"/>
                  </a:xfrm>
                  <a:custGeom>
                    <a:avLst/>
                    <a:gdLst>
                      <a:gd name="textAreaLeft" fmla="*/ 0 w 64440"/>
                      <a:gd name="textAreaRight" fmla="*/ 64800 w 64440"/>
                      <a:gd name="textAreaTop" fmla="*/ 0 h 10800"/>
                      <a:gd name="textAreaBottom" fmla="*/ 11160 h 10800"/>
                    </a:gdLst>
                    <a:ahLst/>
                    <a:cxnLst/>
                    <a:rect l="textAreaLeft" t="textAreaTop" r="textAreaRight" b="textAreaBottom"/>
                    <a:pathLst>
                      <a:path w="87915" h="15049">
                        <a:moveTo>
                          <a:pt x="0" y="0"/>
                        </a:moveTo>
                        <a:lnTo>
                          <a:pt x="87916" y="0"/>
                        </a:lnTo>
                        <a:lnTo>
                          <a:pt x="87916" y="15049"/>
                        </a:lnTo>
                        <a:lnTo>
                          <a:pt x="0" y="15049"/>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0" name="Google Shape;415;p16"/>
                  <p:cNvSpPr/>
                  <p:nvPr/>
                </p:nvSpPr>
                <p:spPr>
                  <a:xfrm rot="21152400">
                    <a:off x="463320" y="1608480"/>
                    <a:ext cx="64440" cy="10800"/>
                  </a:xfrm>
                  <a:custGeom>
                    <a:avLst/>
                    <a:gdLst>
                      <a:gd name="textAreaLeft" fmla="*/ 0 w 64440"/>
                      <a:gd name="textAreaRight" fmla="*/ 64800 w 64440"/>
                      <a:gd name="textAreaTop" fmla="*/ 0 h 10800"/>
                      <a:gd name="textAreaBottom" fmla="*/ 11160 h 10800"/>
                    </a:gdLst>
                    <a:ahLst/>
                    <a:cxnLst/>
                    <a:rect l="textAreaLeft" t="textAreaTop" r="textAreaRight" b="textAreaBottom"/>
                    <a:pathLst>
                      <a:path w="87915" h="15049">
                        <a:moveTo>
                          <a:pt x="0" y="0"/>
                        </a:moveTo>
                        <a:lnTo>
                          <a:pt x="87916" y="0"/>
                        </a:lnTo>
                        <a:lnTo>
                          <a:pt x="87916" y="15050"/>
                        </a:lnTo>
                        <a:lnTo>
                          <a:pt x="0" y="1505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1" name="Google Shape;416;p16"/>
                  <p:cNvSpPr/>
                  <p:nvPr/>
                </p:nvSpPr>
                <p:spPr>
                  <a:xfrm rot="21152400">
                    <a:off x="465480" y="1631160"/>
                    <a:ext cx="64440" cy="10800"/>
                  </a:xfrm>
                  <a:custGeom>
                    <a:avLst/>
                    <a:gdLst>
                      <a:gd name="textAreaLeft" fmla="*/ 0 w 64440"/>
                      <a:gd name="textAreaRight" fmla="*/ 64800 w 64440"/>
                      <a:gd name="textAreaTop" fmla="*/ 0 h 10800"/>
                      <a:gd name="textAreaBottom" fmla="*/ 11160 h 10800"/>
                    </a:gdLst>
                    <a:ahLst/>
                    <a:cxnLst/>
                    <a:rect l="textAreaLeft" t="textAreaTop" r="textAreaRight" b="textAreaBottom"/>
                    <a:pathLst>
                      <a:path w="87915" h="15049">
                        <a:moveTo>
                          <a:pt x="0" y="0"/>
                        </a:moveTo>
                        <a:lnTo>
                          <a:pt x="87916" y="0"/>
                        </a:lnTo>
                        <a:lnTo>
                          <a:pt x="87916" y="15050"/>
                        </a:lnTo>
                        <a:lnTo>
                          <a:pt x="0" y="1505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2" name="Google Shape;417;p16"/>
                  <p:cNvSpPr/>
                  <p:nvPr/>
                </p:nvSpPr>
                <p:spPr>
                  <a:xfrm rot="21152400">
                    <a:off x="468360" y="1652400"/>
                    <a:ext cx="64440" cy="10800"/>
                  </a:xfrm>
                  <a:custGeom>
                    <a:avLst/>
                    <a:gdLst>
                      <a:gd name="textAreaLeft" fmla="*/ 0 w 64440"/>
                      <a:gd name="textAreaRight" fmla="*/ 64800 w 64440"/>
                      <a:gd name="textAreaTop" fmla="*/ 0 h 10800"/>
                      <a:gd name="textAreaBottom" fmla="*/ 11160 h 10800"/>
                    </a:gdLst>
                    <a:ahLst/>
                    <a:cxnLst/>
                    <a:rect l="textAreaLeft" t="textAreaTop" r="textAreaRight" b="textAreaBottom"/>
                    <a:pathLst>
                      <a:path w="87915" h="15049">
                        <a:moveTo>
                          <a:pt x="0" y="0"/>
                        </a:moveTo>
                        <a:lnTo>
                          <a:pt x="87915" y="0"/>
                        </a:lnTo>
                        <a:lnTo>
                          <a:pt x="87915" y="15050"/>
                        </a:lnTo>
                        <a:lnTo>
                          <a:pt x="0" y="1505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43" name="Google Shape;418;p16"/>
              <p:cNvGrpSpPr/>
              <p:nvPr/>
            </p:nvGrpSpPr>
            <p:grpSpPr>
              <a:xfrm>
                <a:off x="243000" y="951120"/>
                <a:ext cx="168120" cy="790200"/>
                <a:chOff x="243000" y="951120"/>
                <a:chExt cx="168120" cy="790200"/>
              </a:xfrm>
            </p:grpSpPr>
            <p:sp>
              <p:nvSpPr>
                <p:cNvPr id="244" name="Google Shape;419;p16"/>
                <p:cNvSpPr/>
                <p:nvPr/>
              </p:nvSpPr>
              <p:spPr>
                <a:xfrm rot="21427800">
                  <a:off x="262440" y="953640"/>
                  <a:ext cx="128880" cy="784800"/>
                </a:xfrm>
                <a:custGeom>
                  <a:avLst/>
                  <a:gdLst>
                    <a:gd name="textAreaLeft" fmla="*/ 0 w 128880"/>
                    <a:gd name="textAreaRight" fmla="*/ 129240 w 128880"/>
                    <a:gd name="textAreaTop" fmla="*/ 0 h 784800"/>
                    <a:gd name="textAreaBottom" fmla="*/ 785160 h 784800"/>
                  </a:gdLst>
                  <a:ahLst/>
                  <a:cxnLst/>
                  <a:rect l="textAreaLeft" t="textAreaTop" r="textAreaRight" b="textAreaBottom"/>
                  <a:pathLst>
                    <a:path w="176117" h="1069848">
                      <a:moveTo>
                        <a:pt x="0" y="0"/>
                      </a:moveTo>
                      <a:lnTo>
                        <a:pt x="176117" y="0"/>
                      </a:lnTo>
                      <a:lnTo>
                        <a:pt x="176117" y="1069848"/>
                      </a:lnTo>
                      <a:lnTo>
                        <a:pt x="0" y="1069848"/>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5" name="Google Shape;420;p16"/>
                <p:cNvSpPr/>
                <p:nvPr/>
              </p:nvSpPr>
              <p:spPr>
                <a:xfrm>
                  <a:off x="293400" y="1285200"/>
                  <a:ext cx="64080" cy="64080"/>
                </a:xfrm>
                <a:custGeom>
                  <a:avLst/>
                  <a:gdLst>
                    <a:gd name="textAreaLeft" fmla="*/ 0 w 64080"/>
                    <a:gd name="textAreaRight" fmla="*/ 64440 w 64080"/>
                    <a:gd name="textAreaTop" fmla="*/ 0 h 64080"/>
                    <a:gd name="textAreaBottom" fmla="*/ 64440 h 64080"/>
                  </a:gdLst>
                  <a:ahLst/>
                  <a:cxnLst/>
                  <a:rect l="textAreaLeft" t="textAreaTop" r="textAreaRight" b="textAreaBottom"/>
                  <a:pathLst>
                    <a:path w="87629" h="87630">
                      <a:moveTo>
                        <a:pt x="87630" y="43815"/>
                      </a:moveTo>
                      <a:cubicBezTo>
                        <a:pt x="87630" y="68013"/>
                        <a:pt x="68014" y="87630"/>
                        <a:pt x="43815" y="87630"/>
                      </a:cubicBezTo>
                      <a:cubicBezTo>
                        <a:pt x="19617" y="87630"/>
                        <a:pt x="1" y="68014"/>
                        <a:pt x="1" y="43815"/>
                      </a:cubicBezTo>
                      <a:cubicBezTo>
                        <a:pt x="1" y="19617"/>
                        <a:pt x="19617" y="0"/>
                        <a:pt x="43815" y="0"/>
                      </a:cubicBezTo>
                      <a:cubicBezTo>
                        <a:pt x="68014" y="0"/>
                        <a:pt x="87630" y="19616"/>
                        <a:pt x="87630" y="43815"/>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46" name="Google Shape;421;p16"/>
                <p:cNvGrpSpPr/>
                <p:nvPr/>
              </p:nvGrpSpPr>
              <p:grpSpPr>
                <a:xfrm>
                  <a:off x="276840" y="1180080"/>
                  <a:ext cx="84960" cy="36360"/>
                  <a:chOff x="276840" y="1180080"/>
                  <a:chExt cx="84960" cy="36360"/>
                </a:xfrm>
              </p:grpSpPr>
              <p:sp>
                <p:nvSpPr>
                  <p:cNvPr id="247" name="Google Shape;422;p16"/>
                  <p:cNvSpPr/>
                  <p:nvPr/>
                </p:nvSpPr>
                <p:spPr>
                  <a:xfrm rot="21427800">
                    <a:off x="276840" y="1182240"/>
                    <a:ext cx="83520" cy="10440"/>
                  </a:xfrm>
                  <a:custGeom>
                    <a:avLst/>
                    <a:gdLst>
                      <a:gd name="textAreaLeft" fmla="*/ 0 w 83520"/>
                      <a:gd name="textAreaRight" fmla="*/ 83880 w 83520"/>
                      <a:gd name="textAreaTop" fmla="*/ 0 h 10440"/>
                      <a:gd name="textAreaBottom" fmla="*/ 10800 h 10440"/>
                    </a:gdLst>
                    <a:ahLst/>
                    <a:cxnLst/>
                    <a:rect l="textAreaLeft" t="textAreaTop" r="textAreaRight" b="textAreaBottom"/>
                    <a:pathLst>
                      <a:path w="114490" h="14954">
                        <a:moveTo>
                          <a:pt x="0" y="0"/>
                        </a:moveTo>
                        <a:lnTo>
                          <a:pt x="114490" y="0"/>
                        </a:lnTo>
                        <a:lnTo>
                          <a:pt x="114490"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8" name="Google Shape;423;p16"/>
                  <p:cNvSpPr/>
                  <p:nvPr/>
                </p:nvSpPr>
                <p:spPr>
                  <a:xfrm rot="21427800">
                    <a:off x="277920" y="1203840"/>
                    <a:ext cx="83520" cy="10440"/>
                  </a:xfrm>
                  <a:custGeom>
                    <a:avLst/>
                    <a:gdLst>
                      <a:gd name="textAreaLeft" fmla="*/ 0 w 83520"/>
                      <a:gd name="textAreaRight" fmla="*/ 83880 w 83520"/>
                      <a:gd name="textAreaTop" fmla="*/ 0 h 10440"/>
                      <a:gd name="textAreaBottom" fmla="*/ 10800 h 10440"/>
                    </a:gdLst>
                    <a:ahLst/>
                    <a:cxnLst/>
                    <a:rect l="textAreaLeft" t="textAreaTop" r="textAreaRight" b="textAreaBottom"/>
                    <a:pathLst>
                      <a:path w="114490" h="14954">
                        <a:moveTo>
                          <a:pt x="0" y="0"/>
                        </a:moveTo>
                        <a:lnTo>
                          <a:pt x="114491" y="0"/>
                        </a:lnTo>
                        <a:lnTo>
                          <a:pt x="114491"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49" name="Google Shape;424;p16"/>
                <p:cNvGrpSpPr/>
                <p:nvPr/>
              </p:nvGrpSpPr>
              <p:grpSpPr>
                <a:xfrm>
                  <a:off x="291600" y="1471320"/>
                  <a:ext cx="84960" cy="36360"/>
                  <a:chOff x="291600" y="1471320"/>
                  <a:chExt cx="84960" cy="36360"/>
                </a:xfrm>
              </p:grpSpPr>
              <p:sp>
                <p:nvSpPr>
                  <p:cNvPr id="250" name="Google Shape;425;p16"/>
                  <p:cNvSpPr/>
                  <p:nvPr/>
                </p:nvSpPr>
                <p:spPr>
                  <a:xfrm rot="21427800">
                    <a:off x="291600" y="1473480"/>
                    <a:ext cx="83520" cy="10440"/>
                  </a:xfrm>
                  <a:custGeom>
                    <a:avLst/>
                    <a:gdLst>
                      <a:gd name="textAreaLeft" fmla="*/ 0 w 83520"/>
                      <a:gd name="textAreaRight" fmla="*/ 83880 w 83520"/>
                      <a:gd name="textAreaTop" fmla="*/ 0 h 10440"/>
                      <a:gd name="textAreaBottom" fmla="*/ 10800 h 10440"/>
                    </a:gdLst>
                    <a:ahLst/>
                    <a:cxnLst/>
                    <a:rect l="textAreaLeft" t="textAreaTop" r="textAreaRight" b="textAreaBottom"/>
                    <a:pathLst>
                      <a:path w="114490" h="14954">
                        <a:moveTo>
                          <a:pt x="0" y="0"/>
                        </a:moveTo>
                        <a:lnTo>
                          <a:pt x="114491" y="0"/>
                        </a:lnTo>
                        <a:lnTo>
                          <a:pt x="114491" y="14955"/>
                        </a:lnTo>
                        <a:lnTo>
                          <a:pt x="0" y="149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1" name="Google Shape;426;p16"/>
                  <p:cNvSpPr/>
                  <p:nvPr/>
                </p:nvSpPr>
                <p:spPr>
                  <a:xfrm rot="21427800">
                    <a:off x="292680" y="1495080"/>
                    <a:ext cx="83520" cy="10440"/>
                  </a:xfrm>
                  <a:custGeom>
                    <a:avLst/>
                    <a:gdLst>
                      <a:gd name="textAreaLeft" fmla="*/ 0 w 83520"/>
                      <a:gd name="textAreaRight" fmla="*/ 83880 w 83520"/>
                      <a:gd name="textAreaTop" fmla="*/ 0 h 10440"/>
                      <a:gd name="textAreaBottom" fmla="*/ 10800 h 10440"/>
                    </a:gdLst>
                    <a:ahLst/>
                    <a:cxnLst/>
                    <a:rect l="textAreaLeft" t="textAreaTop" r="textAreaRight" b="textAreaBottom"/>
                    <a:pathLst>
                      <a:path w="114490" h="14954">
                        <a:moveTo>
                          <a:pt x="0" y="0"/>
                        </a:moveTo>
                        <a:lnTo>
                          <a:pt x="114490" y="0"/>
                        </a:lnTo>
                        <a:lnTo>
                          <a:pt x="114490" y="14955"/>
                        </a:lnTo>
                        <a:lnTo>
                          <a:pt x="0" y="149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52" name="Google Shape;427;p16"/>
              <p:cNvGrpSpPr/>
              <p:nvPr/>
            </p:nvGrpSpPr>
            <p:grpSpPr>
              <a:xfrm>
                <a:off x="96480" y="1013760"/>
                <a:ext cx="148320" cy="728640"/>
                <a:chOff x="96480" y="1013760"/>
                <a:chExt cx="148320" cy="728640"/>
              </a:xfrm>
            </p:grpSpPr>
            <p:sp>
              <p:nvSpPr>
                <p:cNvPr id="253" name="Google Shape;428;p16"/>
                <p:cNvSpPr/>
                <p:nvPr/>
              </p:nvSpPr>
              <p:spPr>
                <a:xfrm>
                  <a:off x="96480" y="1013760"/>
                  <a:ext cx="148320" cy="728640"/>
                </a:xfrm>
                <a:custGeom>
                  <a:avLst/>
                  <a:gdLst>
                    <a:gd name="textAreaLeft" fmla="*/ 0 w 148320"/>
                    <a:gd name="textAreaRight" fmla="*/ 148680 w 148320"/>
                    <a:gd name="textAreaTop" fmla="*/ 0 h 728640"/>
                    <a:gd name="textAreaBottom" fmla="*/ 729000 h 728640"/>
                  </a:gdLst>
                  <a:ahLst/>
                  <a:cxnLst/>
                  <a:rect l="textAreaLeft" t="textAreaTop" r="textAreaRight" b="textAreaBottom"/>
                  <a:pathLst>
                    <a:path w="202120" h="992123">
                      <a:moveTo>
                        <a:pt x="0" y="0"/>
                      </a:moveTo>
                      <a:lnTo>
                        <a:pt x="202120" y="0"/>
                      </a:lnTo>
                      <a:lnTo>
                        <a:pt x="202120" y="992124"/>
                      </a:lnTo>
                      <a:lnTo>
                        <a:pt x="0" y="992124"/>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4" name="Google Shape;429;p16"/>
                <p:cNvSpPr/>
                <p:nvPr/>
              </p:nvSpPr>
              <p:spPr>
                <a:xfrm>
                  <a:off x="125280" y="1071000"/>
                  <a:ext cx="90000" cy="90000"/>
                </a:xfrm>
                <a:custGeom>
                  <a:avLst/>
                  <a:gdLst>
                    <a:gd name="textAreaLeft" fmla="*/ 0 w 90000"/>
                    <a:gd name="textAreaRight" fmla="*/ 90360 w 90000"/>
                    <a:gd name="textAreaTop" fmla="*/ 0 h 90000"/>
                    <a:gd name="textAreaBottom" fmla="*/ 90360 h 90000"/>
                  </a:gdLst>
                  <a:ahLst/>
                  <a:cxnLst/>
                  <a:rect l="textAreaLeft" t="textAreaTop" r="textAreaRight" b="textAreaBottom"/>
                  <a:pathLst>
                    <a:path w="123063" h="123062">
                      <a:moveTo>
                        <a:pt x="123063" y="61532"/>
                      </a:moveTo>
                      <a:cubicBezTo>
                        <a:pt x="123063" y="95514"/>
                        <a:pt x="95514" y="123063"/>
                        <a:pt x="61531" y="123063"/>
                      </a:cubicBezTo>
                      <a:cubicBezTo>
                        <a:pt x="27548" y="123063"/>
                        <a:pt x="-1" y="95514"/>
                        <a:pt x="-1" y="61532"/>
                      </a:cubicBezTo>
                      <a:cubicBezTo>
                        <a:pt x="-1" y="27549"/>
                        <a:pt x="27548" y="0"/>
                        <a:pt x="61531" y="0"/>
                      </a:cubicBezTo>
                      <a:cubicBezTo>
                        <a:pt x="95514" y="0"/>
                        <a:pt x="123063" y="27549"/>
                        <a:pt x="123063" y="6153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55" name="Google Shape;430;p16"/>
                <p:cNvGrpSpPr/>
                <p:nvPr/>
              </p:nvGrpSpPr>
              <p:grpSpPr>
                <a:xfrm>
                  <a:off x="123480" y="1492920"/>
                  <a:ext cx="93960" cy="32400"/>
                  <a:chOff x="123480" y="1492920"/>
                  <a:chExt cx="93960" cy="32400"/>
                </a:xfrm>
              </p:grpSpPr>
              <p:sp>
                <p:nvSpPr>
                  <p:cNvPr id="256" name="Google Shape;431;p16"/>
                  <p:cNvSpPr/>
                  <p:nvPr/>
                </p:nvSpPr>
                <p:spPr>
                  <a:xfrm>
                    <a:off x="123480" y="1492920"/>
                    <a:ext cx="93960" cy="10800"/>
                  </a:xfrm>
                  <a:custGeom>
                    <a:avLst/>
                    <a:gdLst>
                      <a:gd name="textAreaLeft" fmla="*/ 0 w 93960"/>
                      <a:gd name="textAreaRight" fmla="*/ 94320 w 93960"/>
                      <a:gd name="textAreaTop" fmla="*/ 0 h 10800"/>
                      <a:gd name="textAreaBottom" fmla="*/ 11160 h 1080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7" name="Google Shape;432;p16"/>
                  <p:cNvSpPr/>
                  <p:nvPr/>
                </p:nvSpPr>
                <p:spPr>
                  <a:xfrm>
                    <a:off x="123480" y="1514520"/>
                    <a:ext cx="93960" cy="10800"/>
                  </a:xfrm>
                  <a:custGeom>
                    <a:avLst/>
                    <a:gdLst>
                      <a:gd name="textAreaLeft" fmla="*/ 0 w 93960"/>
                      <a:gd name="textAreaRight" fmla="*/ 94320 w 93960"/>
                      <a:gd name="textAreaTop" fmla="*/ 0 h 10800"/>
                      <a:gd name="textAreaBottom" fmla="*/ 11160 h 10800"/>
                    </a:gdLst>
                    <a:ahLst/>
                    <a:cxnLst/>
                    <a:rect l="textAreaLeft" t="textAreaTop" r="textAreaRight" b="textAreaBottom"/>
                    <a:pathLst>
                      <a:path w="128397" h="14954">
                        <a:moveTo>
                          <a:pt x="0" y="0"/>
                        </a:moveTo>
                        <a:lnTo>
                          <a:pt x="128397" y="0"/>
                        </a:lnTo>
                        <a:lnTo>
                          <a:pt x="128397" y="14955"/>
                        </a:lnTo>
                        <a:lnTo>
                          <a:pt x="0" y="149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58" name="Google Shape;433;p16"/>
                <p:cNvGrpSpPr/>
                <p:nvPr/>
              </p:nvGrpSpPr>
              <p:grpSpPr>
                <a:xfrm>
                  <a:off x="123480" y="1657080"/>
                  <a:ext cx="93960" cy="32400"/>
                  <a:chOff x="123480" y="1657080"/>
                  <a:chExt cx="93960" cy="32400"/>
                </a:xfrm>
              </p:grpSpPr>
              <p:sp>
                <p:nvSpPr>
                  <p:cNvPr id="259" name="Google Shape;434;p16"/>
                  <p:cNvSpPr/>
                  <p:nvPr/>
                </p:nvSpPr>
                <p:spPr>
                  <a:xfrm>
                    <a:off x="123480" y="1657080"/>
                    <a:ext cx="93960" cy="10800"/>
                  </a:xfrm>
                  <a:custGeom>
                    <a:avLst/>
                    <a:gdLst>
                      <a:gd name="textAreaLeft" fmla="*/ 0 w 93960"/>
                      <a:gd name="textAreaRight" fmla="*/ 94320 w 93960"/>
                      <a:gd name="textAreaTop" fmla="*/ 0 h 10800"/>
                      <a:gd name="textAreaBottom" fmla="*/ 11160 h 1080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0" name="Google Shape;435;p16"/>
                  <p:cNvSpPr/>
                  <p:nvPr/>
                </p:nvSpPr>
                <p:spPr>
                  <a:xfrm>
                    <a:off x="123480" y="1678680"/>
                    <a:ext cx="93960" cy="10800"/>
                  </a:xfrm>
                  <a:custGeom>
                    <a:avLst/>
                    <a:gdLst>
                      <a:gd name="textAreaLeft" fmla="*/ 0 w 93960"/>
                      <a:gd name="textAreaRight" fmla="*/ 94320 w 93960"/>
                      <a:gd name="textAreaTop" fmla="*/ 0 h 10800"/>
                      <a:gd name="textAreaBottom" fmla="*/ 11160 h 1080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grpSp>
          <p:nvGrpSpPr>
            <p:cNvPr id="261" name="Google Shape;436;p16"/>
            <p:cNvGrpSpPr/>
            <p:nvPr/>
          </p:nvGrpSpPr>
          <p:grpSpPr>
            <a:xfrm>
              <a:off x="492120" y="1215720"/>
              <a:ext cx="155880" cy="527040"/>
              <a:chOff x="492120" y="1215720"/>
              <a:chExt cx="155880" cy="527040"/>
            </a:xfrm>
          </p:grpSpPr>
          <p:sp>
            <p:nvSpPr>
              <p:cNvPr id="262" name="Google Shape;437;p16"/>
              <p:cNvSpPr/>
              <p:nvPr/>
            </p:nvSpPr>
            <p:spPr>
              <a:xfrm rot="20968800">
                <a:off x="539280" y="1216800"/>
                <a:ext cx="61200" cy="524880"/>
              </a:xfrm>
              <a:custGeom>
                <a:avLst/>
                <a:gdLst>
                  <a:gd name="textAreaLeft" fmla="*/ 0 w 61200"/>
                  <a:gd name="textAreaRight" fmla="*/ 61560 w 61200"/>
                  <a:gd name="textAreaTop" fmla="*/ 0 h 524880"/>
                  <a:gd name="textAreaBottom" fmla="*/ 525240 h 524880"/>
                </a:gdLst>
                <a:ahLst/>
                <a:cxnLst/>
                <a:rect l="textAreaLeft" t="textAreaTop" r="textAreaRight" b="textAreaBottom"/>
                <a:pathLst>
                  <a:path w="84010" h="715136">
                    <a:moveTo>
                      <a:pt x="0" y="0"/>
                    </a:moveTo>
                    <a:lnTo>
                      <a:pt x="84010" y="0"/>
                    </a:lnTo>
                    <a:lnTo>
                      <a:pt x="84010" y="715137"/>
                    </a:lnTo>
                    <a:lnTo>
                      <a:pt x="0" y="715137"/>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3" name="Google Shape;438;p16"/>
              <p:cNvSpPr/>
              <p:nvPr/>
            </p:nvSpPr>
            <p:spPr>
              <a:xfrm rot="20968800">
                <a:off x="563040" y="1350360"/>
                <a:ext cx="18720" cy="301680"/>
              </a:xfrm>
              <a:custGeom>
                <a:avLst/>
                <a:gdLst>
                  <a:gd name="textAreaLeft" fmla="*/ 0 w 18720"/>
                  <a:gd name="textAreaRight" fmla="*/ 19080 w 18720"/>
                  <a:gd name="textAreaTop" fmla="*/ 0 h 301680"/>
                  <a:gd name="textAreaBottom" fmla="*/ 302040 h 301680"/>
                </a:gdLst>
                <a:ahLst/>
                <a:cxnLst/>
                <a:rect l="textAreaLeft" t="textAreaTop" r="textAreaRight" b="textAreaBottom"/>
                <a:pathLst>
                  <a:path w="26003" h="411289">
                    <a:moveTo>
                      <a:pt x="0" y="0"/>
                    </a:moveTo>
                    <a:lnTo>
                      <a:pt x="26003" y="0"/>
                    </a:lnTo>
                    <a:lnTo>
                      <a:pt x="26003" y="411289"/>
                    </a:lnTo>
                    <a:lnTo>
                      <a:pt x="0" y="411289"/>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64" name="Google Shape;439;p16"/>
          <p:cNvGrpSpPr/>
          <p:nvPr/>
        </p:nvGrpSpPr>
        <p:grpSpPr>
          <a:xfrm>
            <a:off x="135360" y="69480"/>
            <a:ext cx="426240" cy="643320"/>
            <a:chOff x="135360" y="69480"/>
            <a:chExt cx="426240" cy="643320"/>
          </a:xfrm>
        </p:grpSpPr>
        <p:grpSp>
          <p:nvGrpSpPr>
            <p:cNvPr id="265" name="Google Shape;440;p16"/>
            <p:cNvGrpSpPr/>
            <p:nvPr/>
          </p:nvGrpSpPr>
          <p:grpSpPr>
            <a:xfrm>
              <a:off x="239400" y="69480"/>
              <a:ext cx="322200" cy="548280"/>
              <a:chOff x="239400" y="69480"/>
              <a:chExt cx="322200" cy="548280"/>
            </a:xfrm>
          </p:grpSpPr>
          <p:sp>
            <p:nvSpPr>
              <p:cNvPr id="266" name="Google Shape;441;p16"/>
              <p:cNvSpPr/>
              <p:nvPr/>
            </p:nvSpPr>
            <p:spPr>
              <a:xfrm>
                <a:off x="239400" y="69480"/>
                <a:ext cx="322200" cy="548280"/>
              </a:xfrm>
              <a:custGeom>
                <a:avLst/>
                <a:gdLst>
                  <a:gd name="textAreaLeft" fmla="*/ 0 w 322200"/>
                  <a:gd name="textAreaRight" fmla="*/ 322560 w 322200"/>
                  <a:gd name="textAreaTop" fmla="*/ 0 h 548280"/>
                  <a:gd name="textAreaBottom" fmla="*/ 548640 h 548280"/>
                </a:gdLst>
                <a:ahLst/>
                <a:cxnLst/>
                <a:rect l="textAreaLeft" t="textAreaTop" r="textAreaRight" b="textAreaBottom"/>
                <a:pathLst>
                  <a:path w="438816" h="746664">
                    <a:moveTo>
                      <a:pt x="438721" y="746569"/>
                    </a:moveTo>
                    <a:lnTo>
                      <a:pt x="0" y="746569"/>
                    </a:lnTo>
                    <a:lnTo>
                      <a:pt x="0" y="0"/>
                    </a:lnTo>
                    <a:lnTo>
                      <a:pt x="326231" y="0"/>
                    </a:lnTo>
                    <a:cubicBezTo>
                      <a:pt x="370141" y="43910"/>
                      <a:pt x="394811" y="68580"/>
                      <a:pt x="438816" y="112585"/>
                    </a:cubicBezTo>
                    <a:lnTo>
                      <a:pt x="438816" y="746665"/>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67" name="Google Shape;442;p16"/>
              <p:cNvGrpSpPr/>
              <p:nvPr/>
            </p:nvGrpSpPr>
            <p:grpSpPr>
              <a:xfrm>
                <a:off x="285480" y="140400"/>
                <a:ext cx="230400" cy="211680"/>
                <a:chOff x="285480" y="140400"/>
                <a:chExt cx="230400" cy="211680"/>
              </a:xfrm>
            </p:grpSpPr>
            <p:sp>
              <p:nvSpPr>
                <p:cNvPr id="268" name="Google Shape;443;p16"/>
                <p:cNvSpPr/>
                <p:nvPr/>
              </p:nvSpPr>
              <p:spPr>
                <a:xfrm>
                  <a:off x="285480" y="14040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9" name="Google Shape;444;p16"/>
                <p:cNvSpPr/>
                <p:nvPr/>
              </p:nvSpPr>
              <p:spPr>
                <a:xfrm>
                  <a:off x="285480" y="17964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0" name="Google Shape;445;p16"/>
                <p:cNvSpPr/>
                <p:nvPr/>
              </p:nvSpPr>
              <p:spPr>
                <a:xfrm>
                  <a:off x="285480" y="21888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1" name="Google Shape;446;p16"/>
                <p:cNvSpPr/>
                <p:nvPr/>
              </p:nvSpPr>
              <p:spPr>
                <a:xfrm>
                  <a:off x="285480" y="25812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2" name="Google Shape;447;p16"/>
                <p:cNvSpPr/>
                <p:nvPr/>
              </p:nvSpPr>
              <p:spPr>
                <a:xfrm>
                  <a:off x="285480" y="29736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3" name="Google Shape;448;p16"/>
                <p:cNvSpPr/>
                <p:nvPr/>
              </p:nvSpPr>
              <p:spPr>
                <a:xfrm>
                  <a:off x="285480" y="336600"/>
                  <a:ext cx="135360" cy="15480"/>
                </a:xfrm>
                <a:custGeom>
                  <a:avLst/>
                  <a:gdLst>
                    <a:gd name="textAreaLeft" fmla="*/ 0 w 135360"/>
                    <a:gd name="textAreaRight" fmla="*/ 135720 w 135360"/>
                    <a:gd name="textAreaTop" fmla="*/ 0 h 15480"/>
                    <a:gd name="textAreaBottom" fmla="*/ 15840 h 15480"/>
                  </a:gdLst>
                  <a:ahLst/>
                  <a:cxnLst/>
                  <a:rect l="textAreaLeft" t="textAreaTop" r="textAreaRight" b="textAreaBottom"/>
                  <a:pathLst>
                    <a:path w="184689" h="21431">
                      <a:moveTo>
                        <a:pt x="0" y="0"/>
                      </a:moveTo>
                      <a:lnTo>
                        <a:pt x="184690" y="0"/>
                      </a:lnTo>
                      <a:lnTo>
                        <a:pt x="184690" y="21431"/>
                      </a:lnTo>
                      <a:lnTo>
                        <a:pt x="0" y="21431"/>
                      </a:lnTo>
                      <a:close/>
                    </a:path>
                  </a:pathLst>
                </a:custGeom>
                <a:solidFill>
                  <a:srgbClr val="42444F"/>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74" name="Google Shape;449;p16"/>
              <p:cNvGrpSpPr/>
              <p:nvPr/>
            </p:nvGrpSpPr>
            <p:grpSpPr>
              <a:xfrm>
                <a:off x="285480" y="415440"/>
                <a:ext cx="230400" cy="133200"/>
                <a:chOff x="285480" y="415440"/>
                <a:chExt cx="230400" cy="133200"/>
              </a:xfrm>
            </p:grpSpPr>
            <p:sp>
              <p:nvSpPr>
                <p:cNvPr id="275" name="Google Shape;450;p16"/>
                <p:cNvSpPr/>
                <p:nvPr/>
              </p:nvSpPr>
              <p:spPr>
                <a:xfrm>
                  <a:off x="285480" y="41544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6" name="Google Shape;451;p16"/>
                <p:cNvSpPr/>
                <p:nvPr/>
              </p:nvSpPr>
              <p:spPr>
                <a:xfrm>
                  <a:off x="285480" y="45468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7" name="Google Shape;452;p16"/>
                <p:cNvSpPr/>
                <p:nvPr/>
              </p:nvSpPr>
              <p:spPr>
                <a:xfrm>
                  <a:off x="285480" y="49392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8" name="Google Shape;453;p16"/>
                <p:cNvSpPr/>
                <p:nvPr/>
              </p:nvSpPr>
              <p:spPr>
                <a:xfrm>
                  <a:off x="285480" y="533160"/>
                  <a:ext cx="135360" cy="15480"/>
                </a:xfrm>
                <a:custGeom>
                  <a:avLst/>
                  <a:gdLst>
                    <a:gd name="textAreaLeft" fmla="*/ 0 w 135360"/>
                    <a:gd name="textAreaRight" fmla="*/ 135720 w 135360"/>
                    <a:gd name="textAreaTop" fmla="*/ 0 h 15480"/>
                    <a:gd name="textAreaBottom" fmla="*/ 15840 h 15480"/>
                  </a:gdLst>
                  <a:ahLst/>
                  <a:cxnLst/>
                  <a:rect l="textAreaLeft" t="textAreaTop" r="textAreaRight" b="textAreaBottom"/>
                  <a:pathLst>
                    <a:path w="184689" h="21431">
                      <a:moveTo>
                        <a:pt x="0" y="0"/>
                      </a:moveTo>
                      <a:lnTo>
                        <a:pt x="184690" y="0"/>
                      </a:lnTo>
                      <a:lnTo>
                        <a:pt x="184690" y="21431"/>
                      </a:lnTo>
                      <a:lnTo>
                        <a:pt x="0" y="21431"/>
                      </a:lnTo>
                      <a:close/>
                    </a:path>
                  </a:pathLst>
                </a:custGeom>
                <a:solidFill>
                  <a:srgbClr val="42444F"/>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79" name="Google Shape;454;p16"/>
              <p:cNvSpPr/>
              <p:nvPr/>
            </p:nvSpPr>
            <p:spPr>
              <a:xfrm>
                <a:off x="478800" y="69480"/>
                <a:ext cx="82440" cy="82440"/>
              </a:xfrm>
              <a:custGeom>
                <a:avLst/>
                <a:gdLst>
                  <a:gd name="textAreaLeft" fmla="*/ 0 w 82440"/>
                  <a:gd name="textAreaRight" fmla="*/ 82800 w 82440"/>
                  <a:gd name="textAreaTop" fmla="*/ 0 h 82440"/>
                  <a:gd name="textAreaBottom" fmla="*/ 82800 h 82440"/>
                </a:gdLst>
                <a:ahLst/>
                <a:cxnLst/>
                <a:rect l="textAreaLeft" t="textAreaTop" r="textAreaRight" b="textAreaBottom"/>
                <a:pathLst>
                  <a:path w="112584" h="112585">
                    <a:moveTo>
                      <a:pt x="112585" y="112585"/>
                    </a:moveTo>
                    <a:lnTo>
                      <a:pt x="0" y="112585"/>
                    </a:lnTo>
                    <a:lnTo>
                      <a:pt x="0" y="0"/>
                    </a:lnTo>
                    <a:lnTo>
                      <a:pt x="0" y="0"/>
                    </a:lnTo>
                    <a:cubicBezTo>
                      <a:pt x="43910" y="43910"/>
                      <a:pt x="68580" y="68580"/>
                      <a:pt x="112585" y="112585"/>
                    </a:cubicBezTo>
                    <a:lnTo>
                      <a:pt x="112585" y="112585"/>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41400" bIns="41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80" name="Google Shape;455;p16"/>
            <p:cNvGrpSpPr/>
            <p:nvPr/>
          </p:nvGrpSpPr>
          <p:grpSpPr>
            <a:xfrm>
              <a:off x="135360" y="164520"/>
              <a:ext cx="322200" cy="548280"/>
              <a:chOff x="135360" y="164520"/>
              <a:chExt cx="322200" cy="548280"/>
            </a:xfrm>
          </p:grpSpPr>
          <p:sp>
            <p:nvSpPr>
              <p:cNvPr id="281" name="Google Shape;456;p16"/>
              <p:cNvSpPr/>
              <p:nvPr/>
            </p:nvSpPr>
            <p:spPr>
              <a:xfrm>
                <a:off x="135360" y="164520"/>
                <a:ext cx="322200" cy="548280"/>
              </a:xfrm>
              <a:custGeom>
                <a:avLst/>
                <a:gdLst>
                  <a:gd name="textAreaLeft" fmla="*/ 0 w 322200"/>
                  <a:gd name="textAreaRight" fmla="*/ 322560 w 322200"/>
                  <a:gd name="textAreaTop" fmla="*/ 0 h 548280"/>
                  <a:gd name="textAreaBottom" fmla="*/ 548640 h 548280"/>
                </a:gdLst>
                <a:ahLst/>
                <a:cxnLst/>
                <a:rect l="textAreaLeft" t="textAreaTop" r="textAreaRight" b="textAreaBottom"/>
                <a:pathLst>
                  <a:path w="438817" h="746569">
                    <a:moveTo>
                      <a:pt x="438722" y="746570"/>
                    </a:moveTo>
                    <a:lnTo>
                      <a:pt x="0" y="746570"/>
                    </a:lnTo>
                    <a:lnTo>
                      <a:pt x="0" y="0"/>
                    </a:lnTo>
                    <a:lnTo>
                      <a:pt x="326231" y="0"/>
                    </a:lnTo>
                    <a:cubicBezTo>
                      <a:pt x="370141" y="43910"/>
                      <a:pt x="394812" y="68580"/>
                      <a:pt x="438817" y="112586"/>
                    </a:cubicBezTo>
                    <a:lnTo>
                      <a:pt x="438817" y="746570"/>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82" name="Google Shape;457;p16"/>
              <p:cNvGrpSpPr/>
              <p:nvPr/>
            </p:nvGrpSpPr>
            <p:grpSpPr>
              <a:xfrm>
                <a:off x="181440" y="235440"/>
                <a:ext cx="230400" cy="211680"/>
                <a:chOff x="181440" y="235440"/>
                <a:chExt cx="230400" cy="211680"/>
              </a:xfrm>
            </p:grpSpPr>
            <p:sp>
              <p:nvSpPr>
                <p:cNvPr id="283" name="Google Shape;458;p16"/>
                <p:cNvSpPr/>
                <p:nvPr/>
              </p:nvSpPr>
              <p:spPr>
                <a:xfrm>
                  <a:off x="181440" y="23544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4" name="Google Shape;459;p16"/>
                <p:cNvSpPr/>
                <p:nvPr/>
              </p:nvSpPr>
              <p:spPr>
                <a:xfrm>
                  <a:off x="181440" y="27468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5" name="Google Shape;460;p16"/>
                <p:cNvSpPr/>
                <p:nvPr/>
              </p:nvSpPr>
              <p:spPr>
                <a:xfrm>
                  <a:off x="181440" y="31392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6" name="Google Shape;461;p16"/>
                <p:cNvSpPr/>
                <p:nvPr/>
              </p:nvSpPr>
              <p:spPr>
                <a:xfrm>
                  <a:off x="181440" y="35316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7" name="Google Shape;462;p16"/>
                <p:cNvSpPr/>
                <p:nvPr/>
              </p:nvSpPr>
              <p:spPr>
                <a:xfrm>
                  <a:off x="181440" y="39240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8" name="Google Shape;463;p16"/>
                <p:cNvSpPr/>
                <p:nvPr/>
              </p:nvSpPr>
              <p:spPr>
                <a:xfrm>
                  <a:off x="181440" y="431640"/>
                  <a:ext cx="135360" cy="15480"/>
                </a:xfrm>
                <a:custGeom>
                  <a:avLst/>
                  <a:gdLst>
                    <a:gd name="textAreaLeft" fmla="*/ 0 w 135360"/>
                    <a:gd name="textAreaRight" fmla="*/ 135720 w 135360"/>
                    <a:gd name="textAreaTop" fmla="*/ 0 h 15480"/>
                    <a:gd name="textAreaBottom" fmla="*/ 15840 h 15480"/>
                  </a:gdLst>
                  <a:ahLst/>
                  <a:cxnLst/>
                  <a:rect l="textAreaLeft" t="textAreaTop" r="textAreaRight" b="textAreaBottom"/>
                  <a:pathLst>
                    <a:path w="184689" h="21431">
                      <a:moveTo>
                        <a:pt x="0" y="0"/>
                      </a:moveTo>
                      <a:lnTo>
                        <a:pt x="184689" y="0"/>
                      </a:lnTo>
                      <a:lnTo>
                        <a:pt x="184689" y="21431"/>
                      </a:lnTo>
                      <a:lnTo>
                        <a:pt x="-1"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89" name="Google Shape;464;p16"/>
              <p:cNvGrpSpPr/>
              <p:nvPr/>
            </p:nvGrpSpPr>
            <p:grpSpPr>
              <a:xfrm>
                <a:off x="181440" y="510480"/>
                <a:ext cx="230400" cy="133200"/>
                <a:chOff x="181440" y="510480"/>
                <a:chExt cx="230400" cy="133200"/>
              </a:xfrm>
            </p:grpSpPr>
            <p:sp>
              <p:nvSpPr>
                <p:cNvPr id="290" name="Google Shape;465;p16"/>
                <p:cNvSpPr/>
                <p:nvPr/>
              </p:nvSpPr>
              <p:spPr>
                <a:xfrm>
                  <a:off x="181440" y="51048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1" name="Google Shape;466;p16"/>
                <p:cNvSpPr/>
                <p:nvPr/>
              </p:nvSpPr>
              <p:spPr>
                <a:xfrm>
                  <a:off x="181440" y="54972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2" name="Google Shape;467;p16"/>
                <p:cNvSpPr/>
                <p:nvPr/>
              </p:nvSpPr>
              <p:spPr>
                <a:xfrm>
                  <a:off x="181440" y="58896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3" name="Google Shape;468;p16"/>
                <p:cNvSpPr/>
                <p:nvPr/>
              </p:nvSpPr>
              <p:spPr>
                <a:xfrm>
                  <a:off x="181440" y="628200"/>
                  <a:ext cx="135360" cy="15480"/>
                </a:xfrm>
                <a:custGeom>
                  <a:avLst/>
                  <a:gdLst>
                    <a:gd name="textAreaLeft" fmla="*/ 0 w 135360"/>
                    <a:gd name="textAreaRight" fmla="*/ 135720 w 135360"/>
                    <a:gd name="textAreaTop" fmla="*/ 0 h 15480"/>
                    <a:gd name="textAreaBottom" fmla="*/ 15840 h 15480"/>
                  </a:gdLst>
                  <a:ahLst/>
                  <a:cxnLst/>
                  <a:rect l="textAreaLeft" t="textAreaTop" r="textAreaRight" b="textAreaBottom"/>
                  <a:pathLst>
                    <a:path w="184689" h="21431">
                      <a:moveTo>
                        <a:pt x="0" y="0"/>
                      </a:moveTo>
                      <a:lnTo>
                        <a:pt x="184689" y="0"/>
                      </a:lnTo>
                      <a:lnTo>
                        <a:pt x="184689" y="21431"/>
                      </a:lnTo>
                      <a:lnTo>
                        <a:pt x="-1"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94" name="Google Shape;469;p16"/>
              <p:cNvSpPr/>
              <p:nvPr/>
            </p:nvSpPr>
            <p:spPr>
              <a:xfrm>
                <a:off x="375120" y="164520"/>
                <a:ext cx="82440" cy="82440"/>
              </a:xfrm>
              <a:custGeom>
                <a:avLst/>
                <a:gdLst>
                  <a:gd name="textAreaLeft" fmla="*/ 0 w 82440"/>
                  <a:gd name="textAreaRight" fmla="*/ 82800 w 82440"/>
                  <a:gd name="textAreaTop" fmla="*/ 0 h 82440"/>
                  <a:gd name="textAreaBottom" fmla="*/ 82800 h 82440"/>
                </a:gdLst>
                <a:ahLst/>
                <a:cxnLst/>
                <a:rect l="textAreaLeft" t="textAreaTop" r="textAreaRight" b="textAreaBottom"/>
                <a:pathLst>
                  <a:path w="112586" h="112585">
                    <a:moveTo>
                      <a:pt x="112586" y="112586"/>
                    </a:moveTo>
                    <a:lnTo>
                      <a:pt x="0" y="112586"/>
                    </a:lnTo>
                    <a:lnTo>
                      <a:pt x="0" y="0"/>
                    </a:lnTo>
                    <a:lnTo>
                      <a:pt x="0" y="0"/>
                    </a:lnTo>
                    <a:cubicBezTo>
                      <a:pt x="43910" y="43910"/>
                      <a:pt x="68581" y="68580"/>
                      <a:pt x="112586" y="112586"/>
                    </a:cubicBezTo>
                    <a:lnTo>
                      <a:pt x="112586" y="112586"/>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1400" bIns="41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95" name="Google Shape;470;p16"/>
          <p:cNvGrpSpPr/>
          <p:nvPr/>
        </p:nvGrpSpPr>
        <p:grpSpPr>
          <a:xfrm>
            <a:off x="309960" y="711720"/>
            <a:ext cx="18000" cy="243000"/>
            <a:chOff x="309960" y="711720"/>
            <a:chExt cx="18000" cy="243000"/>
          </a:xfrm>
        </p:grpSpPr>
        <p:sp>
          <p:nvSpPr>
            <p:cNvPr id="296" name="Google Shape;471;p16"/>
            <p:cNvSpPr/>
            <p:nvPr/>
          </p:nvSpPr>
          <p:spPr>
            <a:xfrm>
              <a:off x="318960" y="720360"/>
              <a:ext cx="6480" cy="225720"/>
            </a:xfrm>
            <a:custGeom>
              <a:avLst/>
              <a:gdLst>
                <a:gd name="textAreaLeft" fmla="*/ 0 w 6480"/>
                <a:gd name="textAreaRight" fmla="*/ 6840 w 6480"/>
                <a:gd name="textAreaTop" fmla="*/ 0 h 225720"/>
                <a:gd name="textAreaBottom" fmla="*/ 226080 h 225720"/>
              </a:gdLst>
              <a:ahLst/>
              <a:cxnLst/>
              <a:rect l="textAreaLeft" t="textAreaTop" r="textAreaRight" b="textAreaBottom"/>
              <a:pathLst>
                <a:path w="9525" h="307467">
                  <a:moveTo>
                    <a:pt x="-1" y="307467"/>
                  </a:moveTo>
                  <a:lnTo>
                    <a:pt x="-1" y="0"/>
                  </a:lnTo>
                </a:path>
              </a:pathLst>
            </a:custGeom>
            <a:solidFill>
              <a:schemeClr val="accent4"/>
            </a:solidFill>
            <a:ln w="10950">
              <a:solidFill>
                <a:srgbClr val="6F7082"/>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7" name="Google Shape;472;p16"/>
            <p:cNvSpPr/>
            <p:nvPr/>
          </p:nvSpPr>
          <p:spPr>
            <a:xfrm>
              <a:off x="309960" y="936720"/>
              <a:ext cx="18000" cy="18000"/>
            </a:xfrm>
            <a:custGeom>
              <a:avLst/>
              <a:gdLst>
                <a:gd name="textAreaLeft" fmla="*/ 0 w 18000"/>
                <a:gd name="textAreaRight" fmla="*/ 18360 w 18000"/>
                <a:gd name="textAreaTop" fmla="*/ 0 h 18000"/>
                <a:gd name="textAreaBottom" fmla="*/ 18360 h 18000"/>
              </a:gdLst>
              <a:ahLst/>
              <a:cxnLst/>
              <a:rect l="textAreaLeft" t="textAreaTop" r="textAreaRight" b="textAreaBottom"/>
              <a:pathLst>
                <a:path w="24764" h="24765">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9000" bIns="9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8" name="Google Shape;473;p16"/>
            <p:cNvSpPr/>
            <p:nvPr/>
          </p:nvSpPr>
          <p:spPr>
            <a:xfrm>
              <a:off x="309960" y="711720"/>
              <a:ext cx="18000" cy="18000"/>
            </a:xfrm>
            <a:custGeom>
              <a:avLst/>
              <a:gdLst>
                <a:gd name="textAreaLeft" fmla="*/ 0 w 18000"/>
                <a:gd name="textAreaRight" fmla="*/ 18360 w 18000"/>
                <a:gd name="textAreaTop" fmla="*/ 0 h 18000"/>
                <a:gd name="textAreaBottom" fmla="*/ 18360 h 18000"/>
              </a:gdLst>
              <a:ahLst/>
              <a:cxnLst/>
              <a:rect l="textAreaLeft" t="textAreaTop" r="textAreaRight" b="textAreaBottom"/>
              <a:pathLst>
                <a:path w="24764" h="24764">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9000" bIns="9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99" name="Google Shape;474;p16"/>
          <p:cNvGrpSpPr/>
          <p:nvPr/>
        </p:nvGrpSpPr>
        <p:grpSpPr>
          <a:xfrm>
            <a:off x="8421480" y="1045080"/>
            <a:ext cx="395640" cy="717480"/>
            <a:chOff x="8421480" y="1045080"/>
            <a:chExt cx="395640" cy="717480"/>
          </a:xfrm>
        </p:grpSpPr>
        <p:grpSp>
          <p:nvGrpSpPr>
            <p:cNvPr id="300" name="Google Shape;475;p16"/>
            <p:cNvGrpSpPr/>
            <p:nvPr/>
          </p:nvGrpSpPr>
          <p:grpSpPr>
            <a:xfrm>
              <a:off x="8421480" y="1045080"/>
              <a:ext cx="395640" cy="717480"/>
              <a:chOff x="8421480" y="1045080"/>
              <a:chExt cx="395640" cy="717480"/>
            </a:xfrm>
          </p:grpSpPr>
          <p:sp>
            <p:nvSpPr>
              <p:cNvPr id="301" name="Google Shape;476;p16"/>
              <p:cNvSpPr/>
              <p:nvPr/>
            </p:nvSpPr>
            <p:spPr>
              <a:xfrm>
                <a:off x="8421480" y="1045080"/>
                <a:ext cx="395640" cy="717480"/>
              </a:xfrm>
              <a:custGeom>
                <a:avLst/>
                <a:gdLst>
                  <a:gd name="textAreaLeft" fmla="*/ 0 w 395640"/>
                  <a:gd name="textAreaRight" fmla="*/ 396000 w 395640"/>
                  <a:gd name="textAreaTop" fmla="*/ 0 h 717480"/>
                  <a:gd name="textAreaBottom" fmla="*/ 717840 h 717480"/>
                </a:gdLst>
                <a:ahLst/>
                <a:cxnLst/>
                <a:rect l="textAreaLeft" t="textAreaTop" r="textAreaRight" b="textAreaBottom"/>
                <a:pathLst>
                  <a:path w="470725" h="852963">
                    <a:moveTo>
                      <a:pt x="435388" y="0"/>
                    </a:moveTo>
                    <a:cubicBezTo>
                      <a:pt x="454904" y="0"/>
                      <a:pt x="470726" y="15821"/>
                      <a:pt x="470726" y="35338"/>
                    </a:cubicBezTo>
                    <a:lnTo>
                      <a:pt x="470726" y="817626"/>
                    </a:lnTo>
                    <a:cubicBezTo>
                      <a:pt x="470726" y="837143"/>
                      <a:pt x="454904" y="852964"/>
                      <a:pt x="435388" y="852964"/>
                    </a:cubicBezTo>
                    <a:lnTo>
                      <a:pt x="35338" y="852964"/>
                    </a:lnTo>
                    <a:cubicBezTo>
                      <a:pt x="15821" y="852964"/>
                      <a:pt x="0" y="837143"/>
                      <a:pt x="0" y="817626"/>
                    </a:cubicBezTo>
                    <a:lnTo>
                      <a:pt x="0" y="35338"/>
                    </a:lnTo>
                    <a:cubicBezTo>
                      <a:pt x="0" y="15822"/>
                      <a:pt x="15821" y="0"/>
                      <a:pt x="35338"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2" name="Google Shape;477;p16"/>
              <p:cNvSpPr/>
              <p:nvPr/>
            </p:nvSpPr>
            <p:spPr>
              <a:xfrm>
                <a:off x="8438760" y="1081800"/>
                <a:ext cx="361080" cy="588240"/>
              </a:xfrm>
              <a:custGeom>
                <a:avLst/>
                <a:gdLst>
                  <a:gd name="textAreaLeft" fmla="*/ 0 w 361080"/>
                  <a:gd name="textAreaRight" fmla="*/ 361440 w 361080"/>
                  <a:gd name="textAreaTop" fmla="*/ 0 h 588240"/>
                  <a:gd name="textAreaBottom" fmla="*/ 588600 h 588240"/>
                </a:gdLst>
                <a:ahLst/>
                <a:cxnLst/>
                <a:rect l="textAreaLeft" t="textAreaTop" r="textAreaRight" b="textAreaBottom"/>
                <a:pathLst>
                  <a:path w="429577" h="699420">
                    <a:moveTo>
                      <a:pt x="0" y="0"/>
                    </a:moveTo>
                    <a:lnTo>
                      <a:pt x="429578" y="0"/>
                    </a:lnTo>
                    <a:lnTo>
                      <a:pt x="429578" y="699421"/>
                    </a:lnTo>
                    <a:lnTo>
                      <a:pt x="0" y="69942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303" name="Google Shape;478;p16"/>
            <p:cNvSpPr/>
            <p:nvPr/>
          </p:nvSpPr>
          <p:spPr>
            <a:xfrm>
              <a:off x="8456040" y="1708920"/>
              <a:ext cx="326520" cy="26640"/>
            </a:xfrm>
            <a:custGeom>
              <a:avLst/>
              <a:gdLst>
                <a:gd name="textAreaLeft" fmla="*/ 0 w 326520"/>
                <a:gd name="textAreaRight" fmla="*/ 326880 w 326520"/>
                <a:gd name="textAreaTop" fmla="*/ 0 h 26640"/>
                <a:gd name="textAreaBottom" fmla="*/ 27000 h 26640"/>
              </a:gdLst>
              <a:ahLst/>
              <a:cxnLst/>
              <a:rect l="textAreaLeft" t="textAreaTop" r="textAreaRight" b="textAreaBottom"/>
              <a:pathLst>
                <a:path w="388334" h="32194">
                  <a:moveTo>
                    <a:pt x="88011" y="0"/>
                  </a:moveTo>
                  <a:lnTo>
                    <a:pt x="16097" y="0"/>
                  </a:lnTo>
                  <a:cubicBezTo>
                    <a:pt x="7239" y="0"/>
                    <a:pt x="0" y="7239"/>
                    <a:pt x="0" y="16097"/>
                  </a:cubicBezTo>
                  <a:cubicBezTo>
                    <a:pt x="0" y="24955"/>
                    <a:pt x="7239" y="32195"/>
                    <a:pt x="16097" y="32195"/>
                  </a:cubicBezTo>
                  <a:lnTo>
                    <a:pt x="88011" y="32195"/>
                  </a:lnTo>
                  <a:cubicBezTo>
                    <a:pt x="96869" y="32195"/>
                    <a:pt x="104108" y="24955"/>
                    <a:pt x="104108" y="16097"/>
                  </a:cubicBezTo>
                  <a:cubicBezTo>
                    <a:pt x="104108" y="7239"/>
                    <a:pt x="96869" y="0"/>
                    <a:pt x="88011" y="0"/>
                  </a:cubicBezTo>
                  <a:close/>
                  <a:moveTo>
                    <a:pt x="230124" y="0"/>
                  </a:moveTo>
                  <a:lnTo>
                    <a:pt x="158210" y="0"/>
                  </a:lnTo>
                  <a:cubicBezTo>
                    <a:pt x="149352" y="0"/>
                    <a:pt x="142113" y="7239"/>
                    <a:pt x="142113" y="16097"/>
                  </a:cubicBezTo>
                  <a:cubicBezTo>
                    <a:pt x="142113" y="24955"/>
                    <a:pt x="149352" y="32195"/>
                    <a:pt x="158210" y="32195"/>
                  </a:cubicBezTo>
                  <a:lnTo>
                    <a:pt x="230124" y="32195"/>
                  </a:lnTo>
                  <a:cubicBezTo>
                    <a:pt x="238982" y="32195"/>
                    <a:pt x="246221" y="24955"/>
                    <a:pt x="246221" y="16097"/>
                  </a:cubicBezTo>
                  <a:cubicBezTo>
                    <a:pt x="246221" y="7239"/>
                    <a:pt x="238982" y="0"/>
                    <a:pt x="230124" y="0"/>
                  </a:cubicBezTo>
                  <a:close/>
                  <a:moveTo>
                    <a:pt x="372237" y="0"/>
                  </a:moveTo>
                  <a:lnTo>
                    <a:pt x="300323" y="0"/>
                  </a:lnTo>
                  <a:cubicBezTo>
                    <a:pt x="291465" y="0"/>
                    <a:pt x="284226" y="7239"/>
                    <a:pt x="284226" y="16097"/>
                  </a:cubicBezTo>
                  <a:cubicBezTo>
                    <a:pt x="284226" y="24955"/>
                    <a:pt x="291465" y="32195"/>
                    <a:pt x="300323" y="32195"/>
                  </a:cubicBezTo>
                  <a:lnTo>
                    <a:pt x="372237" y="32195"/>
                  </a:lnTo>
                  <a:cubicBezTo>
                    <a:pt x="381095" y="32195"/>
                    <a:pt x="388334" y="24955"/>
                    <a:pt x="388334" y="16097"/>
                  </a:cubicBezTo>
                  <a:cubicBezTo>
                    <a:pt x="388334" y="7239"/>
                    <a:pt x="381095" y="0"/>
                    <a:pt x="3722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04" name="Google Shape;479;p16"/>
          <p:cNvGrpSpPr/>
          <p:nvPr/>
        </p:nvGrpSpPr>
        <p:grpSpPr>
          <a:xfrm>
            <a:off x="8088840" y="57600"/>
            <a:ext cx="1061640" cy="558720"/>
            <a:chOff x="8088840" y="57600"/>
            <a:chExt cx="1061640" cy="558720"/>
          </a:xfrm>
        </p:grpSpPr>
        <p:sp>
          <p:nvSpPr>
            <p:cNvPr id="305" name="Google Shape;480;p16"/>
            <p:cNvSpPr/>
            <p:nvPr/>
          </p:nvSpPr>
          <p:spPr>
            <a:xfrm>
              <a:off x="8088840" y="57600"/>
              <a:ext cx="1061640" cy="558720"/>
            </a:xfrm>
            <a:custGeom>
              <a:avLst/>
              <a:gdLst>
                <a:gd name="textAreaLeft" fmla="*/ 0 w 1061640"/>
                <a:gd name="textAreaRight" fmla="*/ 1062000 w 1061640"/>
                <a:gd name="textAreaTop" fmla="*/ 0 h 558720"/>
                <a:gd name="textAreaBottom" fmla="*/ 559080 h 558720"/>
              </a:gdLst>
              <a:ahLst/>
              <a:cxnLst/>
              <a:rect l="textAreaLeft" t="textAreaTop" r="textAreaRight" b="textAreaBottom"/>
              <a:pathLst>
                <a:path w="1262157" h="664368">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306" name="Google Shape;481;p16"/>
            <p:cNvGrpSpPr/>
            <p:nvPr/>
          </p:nvGrpSpPr>
          <p:grpSpPr>
            <a:xfrm>
              <a:off x="8438760" y="224640"/>
              <a:ext cx="281160" cy="319320"/>
              <a:chOff x="8438760" y="224640"/>
              <a:chExt cx="281160" cy="319320"/>
            </a:xfrm>
          </p:grpSpPr>
          <p:grpSp>
            <p:nvGrpSpPr>
              <p:cNvPr id="307" name="Google Shape;482;p16"/>
              <p:cNvGrpSpPr/>
              <p:nvPr/>
            </p:nvGrpSpPr>
            <p:grpSpPr>
              <a:xfrm>
                <a:off x="8438760" y="224640"/>
                <a:ext cx="281160" cy="319320"/>
                <a:chOff x="8438760" y="224640"/>
                <a:chExt cx="281160" cy="319320"/>
              </a:xfrm>
            </p:grpSpPr>
            <p:grpSp>
              <p:nvGrpSpPr>
                <p:cNvPr id="308" name="Google Shape;483;p16"/>
                <p:cNvGrpSpPr/>
                <p:nvPr/>
              </p:nvGrpSpPr>
              <p:grpSpPr>
                <a:xfrm>
                  <a:off x="8438760" y="423000"/>
                  <a:ext cx="281160" cy="120960"/>
                  <a:chOff x="8438760" y="423000"/>
                  <a:chExt cx="281160" cy="120960"/>
                </a:xfrm>
              </p:grpSpPr>
              <p:sp>
                <p:nvSpPr>
                  <p:cNvPr id="309" name="Google Shape;484;p16"/>
                  <p:cNvSpPr/>
                  <p:nvPr/>
                </p:nvSpPr>
                <p:spPr>
                  <a:xfrm>
                    <a:off x="8438760" y="44856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0" name="Google Shape;485;p16"/>
                  <p:cNvSpPr/>
                  <p:nvPr/>
                </p:nvSpPr>
                <p:spPr>
                  <a:xfrm>
                    <a:off x="8438760" y="42300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11" name="Google Shape;486;p16"/>
                <p:cNvGrpSpPr/>
                <p:nvPr/>
              </p:nvGrpSpPr>
              <p:grpSpPr>
                <a:xfrm>
                  <a:off x="8438760" y="323640"/>
                  <a:ext cx="281160" cy="120960"/>
                  <a:chOff x="8438760" y="323640"/>
                  <a:chExt cx="281160" cy="120960"/>
                </a:xfrm>
              </p:grpSpPr>
              <p:sp>
                <p:nvSpPr>
                  <p:cNvPr id="312" name="Google Shape;487;p16"/>
                  <p:cNvSpPr/>
                  <p:nvPr/>
                </p:nvSpPr>
                <p:spPr>
                  <a:xfrm>
                    <a:off x="8438760" y="34920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3" name="Google Shape;488;p16"/>
                  <p:cNvSpPr/>
                  <p:nvPr/>
                </p:nvSpPr>
                <p:spPr>
                  <a:xfrm>
                    <a:off x="8438760" y="32364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14" name="Google Shape;489;p16"/>
                <p:cNvGrpSpPr/>
                <p:nvPr/>
              </p:nvGrpSpPr>
              <p:grpSpPr>
                <a:xfrm>
                  <a:off x="8438760" y="224640"/>
                  <a:ext cx="281160" cy="120960"/>
                  <a:chOff x="8438760" y="224640"/>
                  <a:chExt cx="281160" cy="120960"/>
                </a:xfrm>
              </p:grpSpPr>
              <p:sp>
                <p:nvSpPr>
                  <p:cNvPr id="315" name="Google Shape;490;p16"/>
                  <p:cNvSpPr/>
                  <p:nvPr/>
                </p:nvSpPr>
                <p:spPr>
                  <a:xfrm>
                    <a:off x="8438760" y="25020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6" name="Google Shape;491;p16"/>
                  <p:cNvSpPr/>
                  <p:nvPr/>
                </p:nvSpPr>
                <p:spPr>
                  <a:xfrm>
                    <a:off x="8438760" y="22464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317" name="Google Shape;492;p16"/>
              <p:cNvSpPr/>
              <p:nvPr/>
            </p:nvSpPr>
            <p:spPr>
              <a:xfrm>
                <a:off x="8652600" y="28764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8" name="Google Shape;493;p16"/>
              <p:cNvSpPr/>
              <p:nvPr/>
            </p:nvSpPr>
            <p:spPr>
              <a:xfrm>
                <a:off x="8652600" y="38484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9" name="Google Shape;494;p16"/>
              <p:cNvSpPr/>
              <p:nvPr/>
            </p:nvSpPr>
            <p:spPr>
              <a:xfrm>
                <a:off x="8652600" y="48672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320" name="Google Shape;495;p16"/>
          <p:cNvGrpSpPr/>
          <p:nvPr/>
        </p:nvGrpSpPr>
        <p:grpSpPr>
          <a:xfrm>
            <a:off x="8582400" y="611640"/>
            <a:ext cx="32760" cy="442440"/>
            <a:chOff x="8582400" y="611640"/>
            <a:chExt cx="32760" cy="442440"/>
          </a:xfrm>
        </p:grpSpPr>
        <p:sp>
          <p:nvSpPr>
            <p:cNvPr id="321" name="Google Shape;496;p16"/>
            <p:cNvSpPr/>
            <p:nvPr/>
          </p:nvSpPr>
          <p:spPr>
            <a:xfrm>
              <a:off x="8598960" y="627480"/>
              <a:ext cx="12240" cy="411120"/>
            </a:xfrm>
            <a:custGeom>
              <a:avLst/>
              <a:gdLst>
                <a:gd name="textAreaLeft" fmla="*/ 0 w 12240"/>
                <a:gd name="textAreaRight" fmla="*/ 12600 w 12240"/>
                <a:gd name="textAreaTop" fmla="*/ 0 h 411120"/>
                <a:gd name="textAreaBottom" fmla="*/ 411480 h 411120"/>
              </a:gdLst>
              <a:ahLst/>
              <a:cxnLst/>
              <a:rect l="textAreaLeft" t="textAreaTop" r="textAreaRight" b="textAreaBottom"/>
              <a:pathLst>
                <a:path w="9525" h="307467">
                  <a:moveTo>
                    <a:pt x="-1" y="307467"/>
                  </a:moveTo>
                  <a:lnTo>
                    <a:pt x="-1" y="0"/>
                  </a:lnTo>
                </a:path>
              </a:pathLst>
            </a:custGeom>
            <a:solidFill>
              <a:schemeClr val="accent4"/>
            </a:solidFill>
            <a:ln w="10950">
              <a:solidFill>
                <a:srgbClr val="6F7082"/>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2" name="Google Shape;497;p16"/>
            <p:cNvSpPr/>
            <p:nvPr/>
          </p:nvSpPr>
          <p:spPr>
            <a:xfrm>
              <a:off x="8582400" y="1021320"/>
              <a:ext cx="32760" cy="32760"/>
            </a:xfrm>
            <a:custGeom>
              <a:avLst/>
              <a:gdLst>
                <a:gd name="textAreaLeft" fmla="*/ 0 w 32760"/>
                <a:gd name="textAreaRight" fmla="*/ 33120 w 32760"/>
                <a:gd name="textAreaTop" fmla="*/ 0 h 32760"/>
                <a:gd name="textAreaBottom" fmla="*/ 33120 h 32760"/>
              </a:gdLst>
              <a:ahLst/>
              <a:cxnLst/>
              <a:rect l="textAreaLeft" t="textAreaTop" r="textAreaRight" b="textAreaBottom"/>
              <a:pathLst>
                <a:path w="24764" h="24765">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3" name="Google Shape;498;p16"/>
            <p:cNvSpPr/>
            <p:nvPr/>
          </p:nvSpPr>
          <p:spPr>
            <a:xfrm>
              <a:off x="8582400" y="611640"/>
              <a:ext cx="32760" cy="32760"/>
            </a:xfrm>
            <a:custGeom>
              <a:avLst/>
              <a:gdLst>
                <a:gd name="textAreaLeft" fmla="*/ 0 w 32760"/>
                <a:gd name="textAreaRight" fmla="*/ 33120 w 32760"/>
                <a:gd name="textAreaTop" fmla="*/ 0 h 32760"/>
                <a:gd name="textAreaBottom" fmla="*/ 33120 h 32760"/>
              </a:gdLst>
              <a:ahLst/>
              <a:cxnLst/>
              <a:rect l="textAreaLeft" t="textAreaTop" r="textAreaRight" b="textAreaBottom"/>
              <a:pathLst>
                <a:path w="24764" h="24764">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5">
    <p:bg>
      <p:bgPr>
        <a:solidFill>
          <a:schemeClr val="lt1"/>
        </a:solidFill>
        <a:effectLst/>
      </p:bgPr>
    </p:bg>
    <p:spTree>
      <p:nvGrpSpPr>
        <p:cNvPr id="1" name=""/>
        <p:cNvGrpSpPr/>
        <p:nvPr/>
      </p:nvGrpSpPr>
      <p:grpSpPr>
        <a:xfrm>
          <a:off x="0" y="0"/>
          <a:ext cx="0" cy="0"/>
          <a:chOff x="0" y="0"/>
          <a:chExt cx="0" cy="0"/>
        </a:xfrm>
      </p:grpSpPr>
      <p:sp>
        <p:nvSpPr>
          <p:cNvPr id="32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325" name="Google Shape;509;p17"/>
          <p:cNvSpPr/>
          <p:nvPr/>
        </p:nvSpPr>
        <p:spPr>
          <a:xfrm rot="8820000" flipH="1">
            <a:off x="7035120" y="3934080"/>
            <a:ext cx="3158280" cy="2509200"/>
          </a:xfrm>
          <a:custGeom>
            <a:avLst/>
            <a:gdLst>
              <a:gd name="textAreaLeft" fmla="*/ -360 w 3158280"/>
              <a:gd name="textAreaRight" fmla="*/ 3158280 w 3158280"/>
              <a:gd name="textAreaTop" fmla="*/ 0 h 2509200"/>
              <a:gd name="textAreaBottom" fmla="*/ 2509560 h 25092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6" name="Google Shape;510;p17"/>
          <p:cNvSpPr/>
          <p:nvPr/>
        </p:nvSpPr>
        <p:spPr>
          <a:xfrm rot="17943000" flipH="1">
            <a:off x="-1336680" y="-858960"/>
            <a:ext cx="2745360" cy="1921320"/>
          </a:xfrm>
          <a:custGeom>
            <a:avLst/>
            <a:gdLst>
              <a:gd name="textAreaLeft" fmla="*/ 360 w 2745360"/>
              <a:gd name="textAreaRight" fmla="*/ 2746080 w 2745360"/>
              <a:gd name="textAreaTop" fmla="*/ 0 h 1921320"/>
              <a:gd name="textAreaBottom" fmla="*/ 1921680 h 1921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327" name="Google Shape;511;p17"/>
          <p:cNvGrpSpPr/>
          <p:nvPr/>
        </p:nvGrpSpPr>
        <p:grpSpPr>
          <a:xfrm>
            <a:off x="65160" y="4372920"/>
            <a:ext cx="877680" cy="654480"/>
            <a:chOff x="65160" y="4372920"/>
            <a:chExt cx="877680" cy="654480"/>
          </a:xfrm>
        </p:grpSpPr>
        <p:grpSp>
          <p:nvGrpSpPr>
            <p:cNvPr id="328" name="Google Shape;512;p17"/>
            <p:cNvGrpSpPr/>
            <p:nvPr/>
          </p:nvGrpSpPr>
          <p:grpSpPr>
            <a:xfrm>
              <a:off x="65160" y="4372920"/>
              <a:ext cx="877680" cy="654480"/>
              <a:chOff x="65160" y="4372920"/>
              <a:chExt cx="877680" cy="654480"/>
            </a:xfrm>
          </p:grpSpPr>
          <p:sp>
            <p:nvSpPr>
              <p:cNvPr id="329" name="Google Shape;513;p17"/>
              <p:cNvSpPr/>
              <p:nvPr/>
            </p:nvSpPr>
            <p:spPr>
              <a:xfrm>
                <a:off x="260640" y="437292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0" name="Google Shape;514;p17"/>
              <p:cNvSpPr/>
              <p:nvPr/>
            </p:nvSpPr>
            <p:spPr>
              <a:xfrm>
                <a:off x="162720" y="447084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1" name="Google Shape;515;p17"/>
              <p:cNvSpPr/>
              <p:nvPr/>
            </p:nvSpPr>
            <p:spPr>
              <a:xfrm>
                <a:off x="65160" y="456876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332" name="Google Shape;516;p17"/>
            <p:cNvSpPr/>
            <p:nvPr/>
          </p:nvSpPr>
          <p:spPr>
            <a:xfrm>
              <a:off x="354240" y="4783320"/>
              <a:ext cx="105120" cy="125280"/>
            </a:xfrm>
            <a:custGeom>
              <a:avLst/>
              <a:gdLst>
                <a:gd name="textAreaLeft" fmla="*/ 0 w 105120"/>
                <a:gd name="textAreaRight" fmla="*/ 105480 w 105120"/>
                <a:gd name="textAreaTop" fmla="*/ 0 h 125280"/>
                <a:gd name="textAreaBottom" fmla="*/ 125640 h 125280"/>
              </a:gdLst>
              <a:ahLst/>
              <a:cxnLst/>
              <a:rect l="textAreaLeft" t="textAreaTop" r="textAreaRight" b="textAreaBottom"/>
              <a:pathLst>
                <a:path w="68735" h="82063">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33" name="Google Shape;517;p17"/>
          <p:cNvGrpSpPr/>
          <p:nvPr/>
        </p:nvGrpSpPr>
        <p:grpSpPr>
          <a:xfrm>
            <a:off x="8115120" y="266760"/>
            <a:ext cx="829800" cy="750600"/>
            <a:chOff x="8115120" y="266760"/>
            <a:chExt cx="829800" cy="750600"/>
          </a:xfrm>
        </p:grpSpPr>
        <p:grpSp>
          <p:nvGrpSpPr>
            <p:cNvPr id="334" name="Google Shape;518;p17"/>
            <p:cNvGrpSpPr/>
            <p:nvPr/>
          </p:nvGrpSpPr>
          <p:grpSpPr>
            <a:xfrm>
              <a:off x="8115120" y="266760"/>
              <a:ext cx="829800" cy="750600"/>
              <a:chOff x="8115120" y="266760"/>
              <a:chExt cx="829800" cy="750600"/>
            </a:xfrm>
          </p:grpSpPr>
          <p:sp>
            <p:nvSpPr>
              <p:cNvPr id="335" name="Google Shape;519;p17"/>
              <p:cNvSpPr/>
              <p:nvPr/>
            </p:nvSpPr>
            <p:spPr>
              <a:xfrm>
                <a:off x="8115120" y="266760"/>
                <a:ext cx="829800" cy="750600"/>
              </a:xfrm>
              <a:custGeom>
                <a:avLst/>
                <a:gdLst>
                  <a:gd name="textAreaLeft" fmla="*/ 0 w 829800"/>
                  <a:gd name="textAreaRight" fmla="*/ 830160 w 829800"/>
                  <a:gd name="textAreaTop" fmla="*/ 0 h 750600"/>
                  <a:gd name="textAreaBottom" fmla="*/ 750960 h 750600"/>
                </a:gdLst>
                <a:ahLst/>
                <a:cxnLst/>
                <a:rect l="textAreaLeft" t="textAreaTop" r="textAreaRight" b="textAreaBottom"/>
                <a:pathLst>
                  <a:path w="598074" h="541115">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36" name="Google Shape;520;p17"/>
              <p:cNvGrpSpPr/>
              <p:nvPr/>
            </p:nvGrpSpPr>
            <p:grpSpPr>
              <a:xfrm>
                <a:off x="8655480" y="309960"/>
                <a:ext cx="228240" cy="57240"/>
                <a:chOff x="8655480" y="309960"/>
                <a:chExt cx="228240" cy="57240"/>
              </a:xfrm>
            </p:grpSpPr>
            <p:sp>
              <p:nvSpPr>
                <p:cNvPr id="337" name="Google Shape;521;p17"/>
                <p:cNvSpPr/>
                <p:nvPr/>
              </p:nvSpPr>
              <p:spPr>
                <a:xfrm>
                  <a:off x="882648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8" name="Google Shape;522;p17"/>
                <p:cNvSpPr/>
                <p:nvPr/>
              </p:nvSpPr>
              <p:spPr>
                <a:xfrm>
                  <a:off x="874116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9" name="Google Shape;523;p17"/>
                <p:cNvSpPr/>
                <p:nvPr/>
              </p:nvSpPr>
              <p:spPr>
                <a:xfrm>
                  <a:off x="865548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340" name="Google Shape;524;p17"/>
            <p:cNvGrpSpPr/>
            <p:nvPr/>
          </p:nvGrpSpPr>
          <p:grpSpPr>
            <a:xfrm>
              <a:off x="8207280" y="495720"/>
              <a:ext cx="652680" cy="336960"/>
              <a:chOff x="8207280" y="495720"/>
              <a:chExt cx="652680" cy="336960"/>
            </a:xfrm>
          </p:grpSpPr>
          <p:sp>
            <p:nvSpPr>
              <p:cNvPr id="341" name="Google Shape;525;p17"/>
              <p:cNvSpPr/>
              <p:nvPr/>
            </p:nvSpPr>
            <p:spPr>
              <a:xfrm>
                <a:off x="8207280" y="508320"/>
                <a:ext cx="302760" cy="302400"/>
              </a:xfrm>
              <a:custGeom>
                <a:avLst/>
                <a:gdLst>
                  <a:gd name="textAreaLeft" fmla="*/ 0 w 302760"/>
                  <a:gd name="textAreaRight" fmla="*/ 303120 w 302760"/>
                  <a:gd name="textAreaTop" fmla="*/ 0 h 302400"/>
                  <a:gd name="textAreaBottom" fmla="*/ 302760 h 302400"/>
                </a:gdLst>
                <a:ahLst/>
                <a:cxnLst/>
                <a:rect l="textAreaLeft" t="textAreaTop" r="textAreaRight" b="textAreaBottom"/>
                <a:pathLst>
                  <a:path w="218503" h="218217">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342" name="Google Shape;526;p17"/>
              <p:cNvGrpSpPr/>
              <p:nvPr/>
            </p:nvGrpSpPr>
            <p:grpSpPr>
              <a:xfrm>
                <a:off x="8563320" y="495720"/>
                <a:ext cx="296640" cy="336960"/>
                <a:chOff x="8563320" y="495720"/>
                <a:chExt cx="296640" cy="336960"/>
              </a:xfrm>
            </p:grpSpPr>
            <p:grpSp>
              <p:nvGrpSpPr>
                <p:cNvPr id="343" name="Google Shape;527;p17"/>
                <p:cNvGrpSpPr/>
                <p:nvPr/>
              </p:nvGrpSpPr>
              <p:grpSpPr>
                <a:xfrm>
                  <a:off x="8563320" y="704880"/>
                  <a:ext cx="296640" cy="127800"/>
                  <a:chOff x="8563320" y="704880"/>
                  <a:chExt cx="296640" cy="127800"/>
                </a:xfrm>
              </p:grpSpPr>
              <p:sp>
                <p:nvSpPr>
                  <p:cNvPr id="344" name="Google Shape;528;p17"/>
                  <p:cNvSpPr/>
                  <p:nvPr/>
                </p:nvSpPr>
                <p:spPr>
                  <a:xfrm>
                    <a:off x="8563320" y="73188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5" name="Google Shape;529;p17"/>
                  <p:cNvSpPr/>
                  <p:nvPr/>
                </p:nvSpPr>
                <p:spPr>
                  <a:xfrm>
                    <a:off x="8563320" y="70488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46" name="Google Shape;530;p17"/>
                <p:cNvGrpSpPr/>
                <p:nvPr/>
              </p:nvGrpSpPr>
              <p:grpSpPr>
                <a:xfrm>
                  <a:off x="8563320" y="600480"/>
                  <a:ext cx="296640" cy="127800"/>
                  <a:chOff x="8563320" y="600480"/>
                  <a:chExt cx="296640" cy="127800"/>
                </a:xfrm>
              </p:grpSpPr>
              <p:sp>
                <p:nvSpPr>
                  <p:cNvPr id="347" name="Google Shape;531;p17"/>
                  <p:cNvSpPr/>
                  <p:nvPr/>
                </p:nvSpPr>
                <p:spPr>
                  <a:xfrm>
                    <a:off x="8563320" y="62748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8" name="Google Shape;532;p17"/>
                  <p:cNvSpPr/>
                  <p:nvPr/>
                </p:nvSpPr>
                <p:spPr>
                  <a:xfrm>
                    <a:off x="8563320" y="60048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49" name="Google Shape;533;p17"/>
                <p:cNvGrpSpPr/>
                <p:nvPr/>
              </p:nvGrpSpPr>
              <p:grpSpPr>
                <a:xfrm>
                  <a:off x="8563320" y="495720"/>
                  <a:ext cx="296640" cy="127800"/>
                  <a:chOff x="8563320" y="495720"/>
                  <a:chExt cx="296640" cy="127800"/>
                </a:xfrm>
              </p:grpSpPr>
              <p:sp>
                <p:nvSpPr>
                  <p:cNvPr id="350" name="Google Shape;534;p17"/>
                  <p:cNvSpPr/>
                  <p:nvPr/>
                </p:nvSpPr>
                <p:spPr>
                  <a:xfrm>
                    <a:off x="8563320" y="52272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1" name="Google Shape;535;p17"/>
                  <p:cNvSpPr/>
                  <p:nvPr/>
                </p:nvSpPr>
                <p:spPr>
                  <a:xfrm>
                    <a:off x="8563320" y="49572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7">
    <p:bg>
      <p:bgPr>
        <a:solidFill>
          <a:schemeClr val="lt1"/>
        </a:solidFill>
        <a:effectLst/>
      </p:bgPr>
    </p:bg>
    <p:spTree>
      <p:nvGrpSpPr>
        <p:cNvPr id="1" name=""/>
        <p:cNvGrpSpPr/>
        <p:nvPr/>
      </p:nvGrpSpPr>
      <p:grpSpPr>
        <a:xfrm>
          <a:off x="0" y="0"/>
          <a:ext cx="0" cy="0"/>
          <a:chOff x="0" y="0"/>
          <a:chExt cx="0" cy="0"/>
        </a:xfrm>
      </p:grpSpPr>
      <p:sp>
        <p:nvSpPr>
          <p:cNvPr id="352"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353" name="Google Shape;550;p18"/>
          <p:cNvSpPr/>
          <p:nvPr/>
        </p:nvSpPr>
        <p:spPr>
          <a:xfrm rot="18336600" flipH="1">
            <a:off x="7371720" y="4038120"/>
            <a:ext cx="2997360" cy="2575800"/>
          </a:xfrm>
          <a:custGeom>
            <a:avLst/>
            <a:gdLst>
              <a:gd name="textAreaLeft" fmla="*/ 360 w 2997360"/>
              <a:gd name="textAreaRight" fmla="*/ 2998080 w 2997360"/>
              <a:gd name="textAreaTop" fmla="*/ 0 h 2575800"/>
              <a:gd name="textAreaBottom" fmla="*/ 2576160 h 257580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4" name="Google Shape;551;p18"/>
          <p:cNvSpPr/>
          <p:nvPr/>
        </p:nvSpPr>
        <p:spPr>
          <a:xfrm rot="531600" flipH="1">
            <a:off x="-1621080" y="4095360"/>
            <a:ext cx="2580840" cy="2086560"/>
          </a:xfrm>
          <a:custGeom>
            <a:avLst/>
            <a:gdLst>
              <a:gd name="textAreaLeft" fmla="*/ 360 w 2580840"/>
              <a:gd name="textAreaRight" fmla="*/ 2581560 w 2580840"/>
              <a:gd name="textAreaTop" fmla="*/ 0 h 2086560"/>
              <a:gd name="textAreaBottom" fmla="*/ 2086920 h 208656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5" name="Google Shape;552;p18"/>
          <p:cNvSpPr/>
          <p:nvPr/>
        </p:nvSpPr>
        <p:spPr>
          <a:xfrm rot="460800" flipH="1">
            <a:off x="7343280" y="-1448640"/>
            <a:ext cx="3053520" cy="2468880"/>
          </a:xfrm>
          <a:custGeom>
            <a:avLst/>
            <a:gdLst>
              <a:gd name="textAreaLeft" fmla="*/ 360 w 3053520"/>
              <a:gd name="textAreaRight" fmla="*/ 3054240 w 3053520"/>
              <a:gd name="textAreaTop" fmla="*/ 0 h 2468880"/>
              <a:gd name="textAreaBottom" fmla="*/ 2469240 h 246888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356" name="Google Shape;553;p18"/>
          <p:cNvGrpSpPr/>
          <p:nvPr/>
        </p:nvGrpSpPr>
        <p:grpSpPr>
          <a:xfrm>
            <a:off x="7931880" y="177120"/>
            <a:ext cx="997560" cy="736560"/>
            <a:chOff x="7931880" y="177120"/>
            <a:chExt cx="997560" cy="736560"/>
          </a:xfrm>
        </p:grpSpPr>
        <p:grpSp>
          <p:nvGrpSpPr>
            <p:cNvPr id="357" name="Google Shape;554;p18"/>
            <p:cNvGrpSpPr/>
            <p:nvPr/>
          </p:nvGrpSpPr>
          <p:grpSpPr>
            <a:xfrm>
              <a:off x="7931880" y="177120"/>
              <a:ext cx="919440" cy="317520"/>
              <a:chOff x="7931880" y="177120"/>
              <a:chExt cx="919440" cy="317520"/>
            </a:xfrm>
          </p:grpSpPr>
          <p:sp>
            <p:nvSpPr>
              <p:cNvPr id="358" name="Google Shape;555;p18"/>
              <p:cNvSpPr/>
              <p:nvPr/>
            </p:nvSpPr>
            <p:spPr>
              <a:xfrm>
                <a:off x="7931880" y="17712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9" name="Google Shape;556;p18"/>
              <p:cNvSpPr/>
              <p:nvPr/>
            </p:nvSpPr>
            <p:spPr>
              <a:xfrm>
                <a:off x="8011800" y="22824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0" y="0"/>
                    </a:moveTo>
                    <a:lnTo>
                      <a:pt x="151161" y="0"/>
                    </a:lnTo>
                    <a:lnTo>
                      <a:pt x="151161" y="151162"/>
                    </a:lnTo>
                    <a:lnTo>
                      <a:pt x="0" y="151162"/>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60" name="Google Shape;557;p18"/>
              <p:cNvGrpSpPr/>
              <p:nvPr/>
            </p:nvGrpSpPr>
            <p:grpSpPr>
              <a:xfrm>
                <a:off x="8292960" y="234360"/>
                <a:ext cx="467280" cy="200880"/>
                <a:chOff x="8292960" y="234360"/>
                <a:chExt cx="467280" cy="200880"/>
              </a:xfrm>
            </p:grpSpPr>
            <p:sp>
              <p:nvSpPr>
                <p:cNvPr id="361" name="Google Shape;558;p18"/>
                <p:cNvSpPr/>
                <p:nvPr/>
              </p:nvSpPr>
              <p:spPr>
                <a:xfrm>
                  <a:off x="8292960" y="23436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2" name="Google Shape;559;p18"/>
                <p:cNvSpPr/>
                <p:nvPr/>
              </p:nvSpPr>
              <p:spPr>
                <a:xfrm>
                  <a:off x="8292960" y="291960"/>
                  <a:ext cx="408600" cy="28440"/>
                </a:xfrm>
                <a:custGeom>
                  <a:avLst/>
                  <a:gdLst>
                    <a:gd name="textAreaLeft" fmla="*/ 0 w 408600"/>
                    <a:gd name="textAreaRight" fmla="*/ 408960 w 408600"/>
                    <a:gd name="textAreaTop" fmla="*/ 0 h 28440"/>
                    <a:gd name="textAreaBottom" fmla="*/ 28800 h 28440"/>
                  </a:gdLst>
                  <a:ahLst/>
                  <a:cxnLst/>
                  <a:rect l="textAreaLeft" t="textAreaTop" r="textAreaRight" b="textAreaBottom"/>
                  <a:pathLst>
                    <a:path w="290322" h="20383">
                      <a:moveTo>
                        <a:pt x="0" y="0"/>
                      </a:moveTo>
                      <a:lnTo>
                        <a:pt x="290322" y="0"/>
                      </a:lnTo>
                      <a:lnTo>
                        <a:pt x="290322"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3" name="Google Shape;560;p18"/>
                <p:cNvSpPr/>
                <p:nvPr/>
              </p:nvSpPr>
              <p:spPr>
                <a:xfrm>
                  <a:off x="8292960" y="349200"/>
                  <a:ext cx="427680" cy="28440"/>
                </a:xfrm>
                <a:custGeom>
                  <a:avLst/>
                  <a:gdLst>
                    <a:gd name="textAreaLeft" fmla="*/ 0 w 427680"/>
                    <a:gd name="textAreaRight" fmla="*/ 428040 w 427680"/>
                    <a:gd name="textAreaTop" fmla="*/ 0 h 28440"/>
                    <a:gd name="textAreaBottom" fmla="*/ 28800 h 28440"/>
                  </a:gdLst>
                  <a:ahLst/>
                  <a:cxnLst/>
                  <a:rect l="textAreaLeft" t="textAreaTop" r="textAreaRight" b="textAreaBottom"/>
                  <a:pathLst>
                    <a:path w="303942" h="20383">
                      <a:moveTo>
                        <a:pt x="0" y="0"/>
                      </a:moveTo>
                      <a:lnTo>
                        <a:pt x="303942" y="0"/>
                      </a:lnTo>
                      <a:lnTo>
                        <a:pt x="303942"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4" name="Google Shape;561;p18"/>
                <p:cNvSpPr/>
                <p:nvPr/>
              </p:nvSpPr>
              <p:spPr>
                <a:xfrm>
                  <a:off x="8292960" y="40680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365" name="Google Shape;562;p18"/>
            <p:cNvGrpSpPr/>
            <p:nvPr/>
          </p:nvGrpSpPr>
          <p:grpSpPr>
            <a:xfrm>
              <a:off x="7931880" y="596160"/>
              <a:ext cx="919440" cy="317520"/>
              <a:chOff x="7931880" y="596160"/>
              <a:chExt cx="919440" cy="317520"/>
            </a:xfrm>
          </p:grpSpPr>
          <p:grpSp>
            <p:nvGrpSpPr>
              <p:cNvPr id="366" name="Google Shape;563;p18"/>
              <p:cNvGrpSpPr/>
              <p:nvPr/>
            </p:nvGrpSpPr>
            <p:grpSpPr>
              <a:xfrm>
                <a:off x="7931880" y="596160"/>
                <a:ext cx="919440" cy="317520"/>
                <a:chOff x="7931880" y="596160"/>
                <a:chExt cx="919440" cy="317520"/>
              </a:xfrm>
            </p:grpSpPr>
            <p:sp>
              <p:nvSpPr>
                <p:cNvPr id="367" name="Google Shape;564;p18"/>
                <p:cNvSpPr/>
                <p:nvPr/>
              </p:nvSpPr>
              <p:spPr>
                <a:xfrm>
                  <a:off x="7931880" y="59616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8" name="Google Shape;565;p18"/>
                <p:cNvSpPr/>
                <p:nvPr/>
              </p:nvSpPr>
              <p:spPr>
                <a:xfrm>
                  <a:off x="8011800" y="64764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75534" y="151162"/>
                      </a:moveTo>
                      <a:lnTo>
                        <a:pt x="75534" y="151162"/>
                      </a:lnTo>
                      <a:cubicBezTo>
                        <a:pt x="33814" y="151162"/>
                        <a:pt x="0" y="117348"/>
                        <a:pt x="0" y="75629"/>
                      </a:cubicBezTo>
                      <a:lnTo>
                        <a:pt x="0" y="75629"/>
                      </a:lnTo>
                      <a:cubicBezTo>
                        <a:pt x="0" y="33909"/>
                        <a:pt x="33814" y="0"/>
                        <a:pt x="75534" y="0"/>
                      </a:cubicBezTo>
                      <a:lnTo>
                        <a:pt x="75534" y="0"/>
                      </a:lnTo>
                      <a:cubicBezTo>
                        <a:pt x="117253" y="0"/>
                        <a:pt x="151162" y="33814"/>
                        <a:pt x="151162" y="75533"/>
                      </a:cubicBezTo>
                      <a:lnTo>
                        <a:pt x="151162" y="75533"/>
                      </a:lnTo>
                      <a:cubicBezTo>
                        <a:pt x="151162" y="117253"/>
                        <a:pt x="117348" y="151162"/>
                        <a:pt x="75534" y="15116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69" name="Google Shape;566;p18"/>
                <p:cNvGrpSpPr/>
                <p:nvPr/>
              </p:nvGrpSpPr>
              <p:grpSpPr>
                <a:xfrm>
                  <a:off x="8292960" y="653400"/>
                  <a:ext cx="467280" cy="200880"/>
                  <a:chOff x="8292960" y="653400"/>
                  <a:chExt cx="467280" cy="200880"/>
                </a:xfrm>
              </p:grpSpPr>
              <p:sp>
                <p:nvSpPr>
                  <p:cNvPr id="370" name="Google Shape;567;p18"/>
                  <p:cNvSpPr/>
                  <p:nvPr/>
                </p:nvSpPr>
                <p:spPr>
                  <a:xfrm>
                    <a:off x="8320320" y="653400"/>
                    <a:ext cx="394200" cy="28440"/>
                  </a:xfrm>
                  <a:custGeom>
                    <a:avLst/>
                    <a:gdLst>
                      <a:gd name="textAreaLeft" fmla="*/ 0 w 394200"/>
                      <a:gd name="textAreaRight" fmla="*/ 394560 w 394200"/>
                      <a:gd name="textAreaTop" fmla="*/ 0 h 28440"/>
                      <a:gd name="textAreaBottom" fmla="*/ 28800 h 28440"/>
                    </a:gdLst>
                    <a:ahLst/>
                    <a:cxnLst/>
                    <a:rect l="textAreaLeft" t="textAreaTop" r="textAreaRight" b="textAreaBottom"/>
                    <a:pathLst>
                      <a:path w="280034" h="20383">
                        <a:moveTo>
                          <a:pt x="0" y="0"/>
                        </a:moveTo>
                        <a:lnTo>
                          <a:pt x="280035" y="0"/>
                        </a:lnTo>
                        <a:lnTo>
                          <a:pt x="28003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1" name="Google Shape;568;p18"/>
                  <p:cNvSpPr/>
                  <p:nvPr/>
                </p:nvSpPr>
                <p:spPr>
                  <a:xfrm>
                    <a:off x="8292960" y="711000"/>
                    <a:ext cx="288720" cy="28440"/>
                  </a:xfrm>
                  <a:custGeom>
                    <a:avLst/>
                    <a:gdLst>
                      <a:gd name="textAreaLeft" fmla="*/ 0 w 288720"/>
                      <a:gd name="textAreaRight" fmla="*/ 289080 w 288720"/>
                      <a:gd name="textAreaTop" fmla="*/ 0 h 28440"/>
                      <a:gd name="textAreaBottom" fmla="*/ 28800 h 28440"/>
                    </a:gdLst>
                    <a:ahLst/>
                    <a:cxnLst/>
                    <a:rect l="textAreaLeft" t="textAreaTop" r="textAreaRight" b="textAreaBottom"/>
                    <a:pathLst>
                      <a:path w="205073" h="20383">
                        <a:moveTo>
                          <a:pt x="0" y="0"/>
                        </a:moveTo>
                        <a:lnTo>
                          <a:pt x="205073" y="0"/>
                        </a:lnTo>
                        <a:lnTo>
                          <a:pt x="205073"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2" name="Google Shape;569;p18"/>
                  <p:cNvSpPr/>
                  <p:nvPr/>
                </p:nvSpPr>
                <p:spPr>
                  <a:xfrm>
                    <a:off x="8292960" y="76824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3" name="Google Shape;570;p18"/>
                  <p:cNvSpPr/>
                  <p:nvPr/>
                </p:nvSpPr>
                <p:spPr>
                  <a:xfrm>
                    <a:off x="8292960" y="82584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374" name="Google Shape;571;p18"/>
              <p:cNvSpPr/>
              <p:nvPr/>
            </p:nvSpPr>
            <p:spPr>
              <a:xfrm>
                <a:off x="8083080" y="706680"/>
                <a:ext cx="71280" cy="84960"/>
              </a:xfrm>
              <a:custGeom>
                <a:avLst/>
                <a:gdLst>
                  <a:gd name="textAreaLeft" fmla="*/ 0 w 71280"/>
                  <a:gd name="textAreaRight" fmla="*/ 71640 w 71280"/>
                  <a:gd name="textAreaTop" fmla="*/ 0 h 84960"/>
                  <a:gd name="textAreaBottom" fmla="*/ 85320 h 84960"/>
                </a:gdLst>
                <a:ahLst/>
                <a:cxnLst/>
                <a:rect l="textAreaLeft" t="textAreaTop" r="textAreaRight" b="textAreaBottom"/>
                <a:pathLst>
                  <a:path w="50734" h="60632">
                    <a:moveTo>
                      <a:pt x="0" y="4892"/>
                    </a:moveTo>
                    <a:lnTo>
                      <a:pt x="0" y="55851"/>
                    </a:lnTo>
                    <a:cubicBezTo>
                      <a:pt x="0" y="59566"/>
                      <a:pt x="4001" y="61851"/>
                      <a:pt x="7239" y="59947"/>
                    </a:cubicBezTo>
                    <a:lnTo>
                      <a:pt x="48387" y="35563"/>
                    </a:lnTo>
                    <a:cubicBezTo>
                      <a:pt x="51435" y="33753"/>
                      <a:pt x="51531" y="29371"/>
                      <a:pt x="48578" y="27371"/>
                    </a:cubicBezTo>
                    <a:lnTo>
                      <a:pt x="7430" y="796"/>
                    </a:lnTo>
                    <a:cubicBezTo>
                      <a:pt x="4191" y="-1299"/>
                      <a:pt x="0" y="987"/>
                      <a:pt x="0" y="4797"/>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75" name="Google Shape;572;p18"/>
            <p:cNvGrpSpPr/>
            <p:nvPr/>
          </p:nvGrpSpPr>
          <p:grpSpPr>
            <a:xfrm>
              <a:off x="8756280" y="539640"/>
              <a:ext cx="173160" cy="112320"/>
              <a:chOff x="8756280" y="539640"/>
              <a:chExt cx="173160" cy="112320"/>
            </a:xfrm>
          </p:grpSpPr>
          <p:grpSp>
            <p:nvGrpSpPr>
              <p:cNvPr id="376" name="Google Shape;573;p18"/>
              <p:cNvGrpSpPr/>
              <p:nvPr/>
            </p:nvGrpSpPr>
            <p:grpSpPr>
              <a:xfrm>
                <a:off x="8756280" y="553320"/>
                <a:ext cx="173160" cy="89640"/>
                <a:chOff x="8756280" y="553320"/>
                <a:chExt cx="173160" cy="89640"/>
              </a:xfrm>
            </p:grpSpPr>
            <p:sp>
              <p:nvSpPr>
                <p:cNvPr id="377" name="Google Shape;574;p18"/>
                <p:cNvSpPr/>
                <p:nvPr/>
              </p:nvSpPr>
              <p:spPr>
                <a:xfrm>
                  <a:off x="8756280" y="553320"/>
                  <a:ext cx="173160" cy="89640"/>
                </a:xfrm>
                <a:custGeom>
                  <a:avLst/>
                  <a:gdLst>
                    <a:gd name="textAreaLeft" fmla="*/ 0 w 173160"/>
                    <a:gd name="textAreaRight" fmla="*/ 173520 w 173160"/>
                    <a:gd name="textAreaTop" fmla="*/ 0 h 89640"/>
                    <a:gd name="textAreaBottom" fmla="*/ 90000 h 89640"/>
                  </a:gdLst>
                  <a:ahLst/>
                  <a:cxnLst/>
                  <a:rect l="textAreaLeft" t="textAreaTop" r="textAreaRight" b="textAreaBottom"/>
                  <a:pathLst>
                    <a:path w="123062" h="63817">
                      <a:moveTo>
                        <a:pt x="61531" y="63817"/>
                      </a:moveTo>
                      <a:cubicBezTo>
                        <a:pt x="86963" y="63817"/>
                        <a:pt x="109442" y="51244"/>
                        <a:pt x="123063" y="31909"/>
                      </a:cubicBezTo>
                      <a:cubicBezTo>
                        <a:pt x="109442" y="12573"/>
                        <a:pt x="86963" y="0"/>
                        <a:pt x="61531" y="0"/>
                      </a:cubicBezTo>
                      <a:cubicBezTo>
                        <a:pt x="36100" y="0"/>
                        <a:pt x="13621" y="12573"/>
                        <a:pt x="0" y="31909"/>
                      </a:cubicBezTo>
                      <a:cubicBezTo>
                        <a:pt x="13621" y="51244"/>
                        <a:pt x="36100" y="63817"/>
                        <a:pt x="61531" y="63817"/>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8" name="Google Shape;575;p18"/>
                <p:cNvSpPr/>
                <p:nvPr/>
              </p:nvSpPr>
              <p:spPr>
                <a:xfrm>
                  <a:off x="8815320" y="570600"/>
                  <a:ext cx="55080" cy="55080"/>
                </a:xfrm>
                <a:custGeom>
                  <a:avLst/>
                  <a:gdLst>
                    <a:gd name="textAreaLeft" fmla="*/ 0 w 55080"/>
                    <a:gd name="textAreaRight" fmla="*/ 55440 w 55080"/>
                    <a:gd name="textAreaTop" fmla="*/ 0 h 55080"/>
                    <a:gd name="textAreaBottom" fmla="*/ 55440 h 55080"/>
                  </a:gdLst>
                  <a:ahLst/>
                  <a:cxnLst/>
                  <a:rect l="textAreaLeft" t="textAreaTop" r="textAreaRight" b="textAreaBottom"/>
                  <a:pathLst>
                    <a:path w="39242" h="39243">
                      <a:moveTo>
                        <a:pt x="39243" y="19621"/>
                      </a:moveTo>
                      <a:cubicBezTo>
                        <a:pt x="39243" y="30458"/>
                        <a:pt x="30458" y="39243"/>
                        <a:pt x="19621" y="39243"/>
                      </a:cubicBezTo>
                      <a:cubicBezTo>
                        <a:pt x="8785" y="39243"/>
                        <a:pt x="0" y="30458"/>
                        <a:pt x="0" y="19621"/>
                      </a:cubicBezTo>
                      <a:cubicBezTo>
                        <a:pt x="0" y="8785"/>
                        <a:pt x="8785" y="0"/>
                        <a:pt x="19621" y="0"/>
                      </a:cubicBezTo>
                      <a:cubicBezTo>
                        <a:pt x="30458" y="0"/>
                        <a:pt x="39243" y="8785"/>
                        <a:pt x="39243" y="1962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720" bIns="27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379" name="Google Shape;576;p18"/>
              <p:cNvSpPr/>
              <p:nvPr/>
            </p:nvSpPr>
            <p:spPr>
              <a:xfrm rot="18900000">
                <a:off x="8768880" y="588960"/>
                <a:ext cx="145440" cy="13320"/>
              </a:xfrm>
              <a:custGeom>
                <a:avLst/>
                <a:gdLst>
                  <a:gd name="textAreaLeft" fmla="*/ 0 w 145440"/>
                  <a:gd name="textAreaRight" fmla="*/ 145800 w 145440"/>
                  <a:gd name="textAreaTop" fmla="*/ 0 h 13320"/>
                  <a:gd name="textAreaBottom" fmla="*/ 13680 h 13320"/>
                </a:gdLst>
                <a:ahLst/>
                <a:cxnLst/>
                <a:rect l="textAreaLeft" t="textAreaTop" r="textAreaRight" b="textAreaBottom"/>
                <a:pathLst>
                  <a:path w="103346" h="9715">
                    <a:moveTo>
                      <a:pt x="0" y="0"/>
                    </a:moveTo>
                    <a:lnTo>
                      <a:pt x="103346" y="0"/>
                    </a:lnTo>
                    <a:lnTo>
                      <a:pt x="103346" y="9716"/>
                    </a:lnTo>
                    <a:lnTo>
                      <a:pt x="0" y="9716"/>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8">
    <p:bg>
      <p:bgPr>
        <a:solidFill>
          <a:schemeClr val="lt1"/>
        </a:solidFill>
        <a:effectLst/>
      </p:bgPr>
    </p:bg>
    <p:spTree>
      <p:nvGrpSpPr>
        <p:cNvPr id="1" name=""/>
        <p:cNvGrpSpPr/>
        <p:nvPr/>
      </p:nvGrpSpPr>
      <p:grpSpPr>
        <a:xfrm>
          <a:off x="0" y="0"/>
          <a:ext cx="0" cy="0"/>
          <a:chOff x="0" y="0"/>
          <a:chExt cx="0" cy="0"/>
        </a:xfrm>
      </p:grpSpPr>
      <p:sp>
        <p:nvSpPr>
          <p:cNvPr id="380" name="PlaceHolder 1"/>
          <p:cNvSpPr>
            <a:spLocks noGrp="1"/>
          </p:cNvSpPr>
          <p:nvPr>
            <p:ph type="title"/>
          </p:nvPr>
        </p:nvSpPr>
        <p:spPr>
          <a:xfrm>
            <a:off x="798480" y="2997720"/>
            <a:ext cx="3492360" cy="768600"/>
          </a:xfrm>
          <a:prstGeom prst="rect">
            <a:avLst/>
          </a:prstGeom>
          <a:noFill/>
          <a:ln w="0">
            <a:noFill/>
          </a:ln>
        </p:spPr>
        <p:txBody>
          <a:bodyPr lIns="91440" tIns="91440" rIns="91440" bIns="91440" anchor="b">
            <a:noAutofit/>
          </a:bodyPr>
          <a:lstStyle/>
          <a:p>
            <a:pPr indent="0" algn="ctr">
              <a:lnSpc>
                <a:spcPct val="100000"/>
              </a:lnSpc>
              <a:buNone/>
            </a:pPr>
            <a:r>
              <a:rPr lang="fr-FR" sz="4000" b="1" u="none" strike="noStrike">
                <a:solidFill>
                  <a:schemeClr val="dk1"/>
                </a:solidFill>
                <a:effectLst/>
                <a:uFillTx/>
                <a:latin typeface="Epilogue"/>
                <a:ea typeface="Epilogue"/>
              </a:rPr>
              <a:t>xx%</a:t>
            </a:r>
            <a:endParaRPr lang="fr-FR" sz="4000" b="0" u="none" strike="noStrike">
              <a:solidFill>
                <a:schemeClr val="dk1"/>
              </a:solidFill>
              <a:effectLst/>
              <a:uFillTx/>
              <a:latin typeface="Arial"/>
            </a:endParaRPr>
          </a:p>
        </p:txBody>
      </p:sp>
      <p:sp>
        <p:nvSpPr>
          <p:cNvPr id="381" name="PlaceHolder 2"/>
          <p:cNvSpPr>
            <a:spLocks noGrp="1"/>
          </p:cNvSpPr>
          <p:nvPr>
            <p:ph type="title"/>
          </p:nvPr>
        </p:nvSpPr>
        <p:spPr>
          <a:xfrm>
            <a:off x="2825640" y="1029600"/>
            <a:ext cx="3492360" cy="768600"/>
          </a:xfrm>
          <a:prstGeom prst="rect">
            <a:avLst/>
          </a:prstGeom>
          <a:noFill/>
          <a:ln w="0">
            <a:noFill/>
          </a:ln>
        </p:spPr>
        <p:txBody>
          <a:bodyPr lIns="91440" tIns="91440" rIns="91440" bIns="91440" anchor="b">
            <a:noAutofit/>
          </a:bodyPr>
          <a:lstStyle/>
          <a:p>
            <a:pPr indent="0" algn="ctr">
              <a:lnSpc>
                <a:spcPct val="100000"/>
              </a:lnSpc>
              <a:buNone/>
            </a:pPr>
            <a:r>
              <a:rPr lang="fr-FR" sz="4000" b="1" u="none" strike="noStrike">
                <a:solidFill>
                  <a:schemeClr val="dk1"/>
                </a:solidFill>
                <a:effectLst/>
                <a:uFillTx/>
                <a:latin typeface="Epilogue"/>
                <a:ea typeface="Epilogue"/>
              </a:rPr>
              <a:t>xx%</a:t>
            </a:r>
            <a:endParaRPr lang="fr-FR" sz="4000" b="0" u="none" strike="noStrike">
              <a:solidFill>
                <a:schemeClr val="dk1"/>
              </a:solidFill>
              <a:effectLst/>
              <a:uFillTx/>
              <a:latin typeface="Arial"/>
            </a:endParaRPr>
          </a:p>
        </p:txBody>
      </p:sp>
      <p:sp>
        <p:nvSpPr>
          <p:cNvPr id="382" name="PlaceHolder 3"/>
          <p:cNvSpPr>
            <a:spLocks noGrp="1"/>
          </p:cNvSpPr>
          <p:nvPr>
            <p:ph type="title"/>
          </p:nvPr>
        </p:nvSpPr>
        <p:spPr>
          <a:xfrm>
            <a:off x="4853160" y="2997720"/>
            <a:ext cx="3492360" cy="768600"/>
          </a:xfrm>
          <a:prstGeom prst="rect">
            <a:avLst/>
          </a:prstGeom>
          <a:noFill/>
          <a:ln w="0">
            <a:noFill/>
          </a:ln>
        </p:spPr>
        <p:txBody>
          <a:bodyPr lIns="91440" tIns="91440" rIns="91440" bIns="91440" anchor="b">
            <a:noAutofit/>
          </a:bodyPr>
          <a:lstStyle/>
          <a:p>
            <a:pPr indent="0" algn="ctr">
              <a:lnSpc>
                <a:spcPct val="100000"/>
              </a:lnSpc>
              <a:buNone/>
            </a:pPr>
            <a:r>
              <a:rPr lang="fr-FR" sz="4000" b="1" u="none" strike="noStrike">
                <a:solidFill>
                  <a:schemeClr val="dk1"/>
                </a:solidFill>
                <a:effectLst/>
                <a:uFillTx/>
                <a:latin typeface="Epilogue"/>
                <a:ea typeface="Epilogue"/>
              </a:rPr>
              <a:t>xx%</a:t>
            </a:r>
            <a:endParaRPr lang="fr-FR" sz="4000" b="0" u="none" strike="noStrike">
              <a:solidFill>
                <a:schemeClr val="dk1"/>
              </a:solidFill>
              <a:effectLst/>
              <a:uFillTx/>
              <a:latin typeface="Arial"/>
            </a:endParaRPr>
          </a:p>
        </p:txBody>
      </p:sp>
      <p:sp>
        <p:nvSpPr>
          <p:cNvPr id="383" name="Google Shape;584;p19"/>
          <p:cNvSpPr/>
          <p:nvPr/>
        </p:nvSpPr>
        <p:spPr>
          <a:xfrm rot="15889200">
            <a:off x="-1869120" y="3438720"/>
            <a:ext cx="3168000" cy="2307600"/>
          </a:xfrm>
          <a:custGeom>
            <a:avLst/>
            <a:gdLst>
              <a:gd name="textAreaLeft" fmla="*/ 0 w 3168000"/>
              <a:gd name="textAreaRight" fmla="*/ 3168360 w 3168000"/>
              <a:gd name="textAreaTop" fmla="*/ 0 h 2307600"/>
              <a:gd name="textAreaBottom" fmla="*/ 2307960 h 23076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4" name="Google Shape;585;p19"/>
          <p:cNvSpPr/>
          <p:nvPr/>
        </p:nvSpPr>
        <p:spPr>
          <a:xfrm rot="21304800">
            <a:off x="7350120" y="3902760"/>
            <a:ext cx="3168000" cy="2561760"/>
          </a:xfrm>
          <a:custGeom>
            <a:avLst/>
            <a:gdLst>
              <a:gd name="textAreaLeft" fmla="*/ 0 w 3168000"/>
              <a:gd name="textAreaRight" fmla="*/ 3168360 w 3168000"/>
              <a:gd name="textAreaTop" fmla="*/ 0 h 2561760"/>
              <a:gd name="textAreaBottom" fmla="*/ 2562120 h 256176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chemeClr val="lt1"/>
        </a:solidFill>
        <a:effectLst/>
      </p:bgPr>
    </p:bg>
    <p:spTree>
      <p:nvGrpSpPr>
        <p:cNvPr id="1" name=""/>
        <p:cNvGrpSpPr/>
        <p:nvPr/>
      </p:nvGrpSpPr>
      <p:grpSpPr>
        <a:xfrm>
          <a:off x="0" y="0"/>
          <a:ext cx="0" cy="0"/>
          <a:chOff x="0" y="0"/>
          <a:chExt cx="0" cy="0"/>
        </a:xfrm>
      </p:grpSpPr>
      <p:sp>
        <p:nvSpPr>
          <p:cNvPr id="38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386" name="Google Shape;588;p20"/>
          <p:cNvSpPr/>
          <p:nvPr/>
        </p:nvSpPr>
        <p:spPr>
          <a:xfrm rot="337800" flipH="1">
            <a:off x="8211600" y="3187080"/>
            <a:ext cx="3158280" cy="3518280"/>
          </a:xfrm>
          <a:custGeom>
            <a:avLst/>
            <a:gdLst>
              <a:gd name="textAreaLeft" fmla="*/ -360 w 3158280"/>
              <a:gd name="textAreaRight" fmla="*/ 3158280 w 3158280"/>
              <a:gd name="textAreaTop" fmla="*/ 0 h 3518280"/>
              <a:gd name="textAreaBottom" fmla="*/ 3518640 h 351828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387" name="Google Shape;589;p20"/>
          <p:cNvGrpSpPr/>
          <p:nvPr/>
        </p:nvGrpSpPr>
        <p:grpSpPr>
          <a:xfrm>
            <a:off x="90360" y="4214520"/>
            <a:ext cx="515520" cy="778680"/>
            <a:chOff x="90360" y="4214520"/>
            <a:chExt cx="515520" cy="778680"/>
          </a:xfrm>
        </p:grpSpPr>
        <p:grpSp>
          <p:nvGrpSpPr>
            <p:cNvPr id="388" name="Google Shape;590;p20"/>
            <p:cNvGrpSpPr/>
            <p:nvPr/>
          </p:nvGrpSpPr>
          <p:grpSpPr>
            <a:xfrm>
              <a:off x="216000" y="4214520"/>
              <a:ext cx="389880" cy="663840"/>
              <a:chOff x="216000" y="4214520"/>
              <a:chExt cx="389880" cy="663840"/>
            </a:xfrm>
          </p:grpSpPr>
          <p:sp>
            <p:nvSpPr>
              <p:cNvPr id="389" name="Google Shape;591;p20"/>
              <p:cNvSpPr/>
              <p:nvPr/>
            </p:nvSpPr>
            <p:spPr>
              <a:xfrm>
                <a:off x="216000" y="4214520"/>
                <a:ext cx="389880" cy="663840"/>
              </a:xfrm>
              <a:custGeom>
                <a:avLst/>
                <a:gdLst>
                  <a:gd name="textAreaLeft" fmla="*/ 0 w 389880"/>
                  <a:gd name="textAreaRight" fmla="*/ 390240 w 389880"/>
                  <a:gd name="textAreaTop" fmla="*/ 0 h 663840"/>
                  <a:gd name="textAreaBottom" fmla="*/ 664200 h 663840"/>
                </a:gdLst>
                <a:ahLst/>
                <a:cxnLst/>
                <a:rect l="textAreaLeft" t="textAreaTop" r="textAreaRight" b="textAreaBottom"/>
                <a:pathLst>
                  <a:path w="438816" h="746664">
                    <a:moveTo>
                      <a:pt x="438721" y="746569"/>
                    </a:moveTo>
                    <a:lnTo>
                      <a:pt x="0" y="746569"/>
                    </a:lnTo>
                    <a:lnTo>
                      <a:pt x="0" y="0"/>
                    </a:lnTo>
                    <a:lnTo>
                      <a:pt x="326231" y="0"/>
                    </a:lnTo>
                    <a:cubicBezTo>
                      <a:pt x="370141" y="43910"/>
                      <a:pt x="394811" y="68580"/>
                      <a:pt x="438816" y="112585"/>
                    </a:cubicBezTo>
                    <a:lnTo>
                      <a:pt x="438816" y="746665"/>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390" name="Google Shape;592;p20"/>
              <p:cNvGrpSpPr/>
              <p:nvPr/>
            </p:nvGrpSpPr>
            <p:grpSpPr>
              <a:xfrm>
                <a:off x="271800" y="4300560"/>
                <a:ext cx="279000" cy="255960"/>
                <a:chOff x="271800" y="4300560"/>
                <a:chExt cx="279000" cy="255960"/>
              </a:xfrm>
            </p:grpSpPr>
            <p:sp>
              <p:nvSpPr>
                <p:cNvPr id="391" name="Google Shape;593;p20"/>
                <p:cNvSpPr/>
                <p:nvPr/>
              </p:nvSpPr>
              <p:spPr>
                <a:xfrm>
                  <a:off x="271800" y="430056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2" name="Google Shape;594;p20"/>
                <p:cNvSpPr/>
                <p:nvPr/>
              </p:nvSpPr>
              <p:spPr>
                <a:xfrm>
                  <a:off x="271800" y="434808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3" name="Google Shape;595;p20"/>
                <p:cNvSpPr/>
                <p:nvPr/>
              </p:nvSpPr>
              <p:spPr>
                <a:xfrm>
                  <a:off x="271800" y="439524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4" name="Google Shape;596;p20"/>
                <p:cNvSpPr/>
                <p:nvPr/>
              </p:nvSpPr>
              <p:spPr>
                <a:xfrm>
                  <a:off x="271800" y="444312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5" name="Google Shape;597;p20"/>
                <p:cNvSpPr/>
                <p:nvPr/>
              </p:nvSpPr>
              <p:spPr>
                <a:xfrm>
                  <a:off x="271800" y="449028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6" name="Google Shape;598;p20"/>
                <p:cNvSpPr/>
                <p:nvPr/>
              </p:nvSpPr>
              <p:spPr>
                <a:xfrm>
                  <a:off x="271800" y="4537800"/>
                  <a:ext cx="163800" cy="18720"/>
                </a:xfrm>
                <a:custGeom>
                  <a:avLst/>
                  <a:gdLst>
                    <a:gd name="textAreaLeft" fmla="*/ 0 w 163800"/>
                    <a:gd name="textAreaRight" fmla="*/ 164160 w 163800"/>
                    <a:gd name="textAreaTop" fmla="*/ 0 h 18720"/>
                    <a:gd name="textAreaBottom" fmla="*/ 19080 h 18720"/>
                  </a:gdLst>
                  <a:ahLst/>
                  <a:cxnLst/>
                  <a:rect l="textAreaLeft" t="textAreaTop" r="textAreaRight" b="textAreaBottom"/>
                  <a:pathLst>
                    <a:path w="184689" h="21431">
                      <a:moveTo>
                        <a:pt x="0" y="0"/>
                      </a:moveTo>
                      <a:lnTo>
                        <a:pt x="184690" y="0"/>
                      </a:lnTo>
                      <a:lnTo>
                        <a:pt x="184690" y="21431"/>
                      </a:lnTo>
                      <a:lnTo>
                        <a:pt x="0" y="21431"/>
                      </a:lnTo>
                      <a:close/>
                    </a:path>
                  </a:pathLst>
                </a:custGeom>
                <a:solidFill>
                  <a:srgbClr val="42444F"/>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97" name="Google Shape;599;p20"/>
              <p:cNvGrpSpPr/>
              <p:nvPr/>
            </p:nvGrpSpPr>
            <p:grpSpPr>
              <a:xfrm>
                <a:off x="271800" y="4633560"/>
                <a:ext cx="279000" cy="160920"/>
                <a:chOff x="271800" y="4633560"/>
                <a:chExt cx="279000" cy="160920"/>
              </a:xfrm>
            </p:grpSpPr>
            <p:sp>
              <p:nvSpPr>
                <p:cNvPr id="398" name="Google Shape;600;p20"/>
                <p:cNvSpPr/>
                <p:nvPr/>
              </p:nvSpPr>
              <p:spPr>
                <a:xfrm>
                  <a:off x="271800" y="463356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9" name="Google Shape;601;p20"/>
                <p:cNvSpPr/>
                <p:nvPr/>
              </p:nvSpPr>
              <p:spPr>
                <a:xfrm>
                  <a:off x="271800" y="468108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0" name="Google Shape;602;p20"/>
                <p:cNvSpPr/>
                <p:nvPr/>
              </p:nvSpPr>
              <p:spPr>
                <a:xfrm>
                  <a:off x="271800" y="472860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1" name="Google Shape;603;p20"/>
                <p:cNvSpPr/>
                <p:nvPr/>
              </p:nvSpPr>
              <p:spPr>
                <a:xfrm>
                  <a:off x="271800" y="4775760"/>
                  <a:ext cx="163800" cy="18720"/>
                </a:xfrm>
                <a:custGeom>
                  <a:avLst/>
                  <a:gdLst>
                    <a:gd name="textAreaLeft" fmla="*/ 0 w 163800"/>
                    <a:gd name="textAreaRight" fmla="*/ 164160 w 163800"/>
                    <a:gd name="textAreaTop" fmla="*/ 0 h 18720"/>
                    <a:gd name="textAreaBottom" fmla="*/ 19080 h 18720"/>
                  </a:gdLst>
                  <a:ahLst/>
                  <a:cxnLst/>
                  <a:rect l="textAreaLeft" t="textAreaTop" r="textAreaRight" b="textAreaBottom"/>
                  <a:pathLst>
                    <a:path w="184689" h="21431">
                      <a:moveTo>
                        <a:pt x="0" y="0"/>
                      </a:moveTo>
                      <a:lnTo>
                        <a:pt x="184690" y="0"/>
                      </a:lnTo>
                      <a:lnTo>
                        <a:pt x="184690" y="21431"/>
                      </a:lnTo>
                      <a:lnTo>
                        <a:pt x="0" y="21431"/>
                      </a:lnTo>
                      <a:close/>
                    </a:path>
                  </a:pathLst>
                </a:custGeom>
                <a:solidFill>
                  <a:srgbClr val="42444F"/>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402" name="Google Shape;604;p20"/>
              <p:cNvSpPr/>
              <p:nvPr/>
            </p:nvSpPr>
            <p:spPr>
              <a:xfrm>
                <a:off x="506160" y="4214520"/>
                <a:ext cx="99720" cy="99720"/>
              </a:xfrm>
              <a:custGeom>
                <a:avLst/>
                <a:gdLst>
                  <a:gd name="textAreaLeft" fmla="*/ 0 w 99720"/>
                  <a:gd name="textAreaRight" fmla="*/ 100080 w 99720"/>
                  <a:gd name="textAreaTop" fmla="*/ 0 h 99720"/>
                  <a:gd name="textAreaBottom" fmla="*/ 100080 h 99720"/>
                </a:gdLst>
                <a:ahLst/>
                <a:cxnLst/>
                <a:rect l="textAreaLeft" t="textAreaTop" r="textAreaRight" b="textAreaBottom"/>
                <a:pathLst>
                  <a:path w="112584" h="112585">
                    <a:moveTo>
                      <a:pt x="112585" y="112585"/>
                    </a:moveTo>
                    <a:lnTo>
                      <a:pt x="0" y="112585"/>
                    </a:lnTo>
                    <a:lnTo>
                      <a:pt x="0" y="0"/>
                    </a:lnTo>
                    <a:lnTo>
                      <a:pt x="0" y="0"/>
                    </a:lnTo>
                    <a:cubicBezTo>
                      <a:pt x="43910" y="43910"/>
                      <a:pt x="68580" y="68580"/>
                      <a:pt x="112585" y="112585"/>
                    </a:cubicBezTo>
                    <a:lnTo>
                      <a:pt x="112585" y="112585"/>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03" name="Google Shape;605;p20"/>
            <p:cNvGrpSpPr/>
            <p:nvPr/>
          </p:nvGrpSpPr>
          <p:grpSpPr>
            <a:xfrm>
              <a:off x="90360" y="4329360"/>
              <a:ext cx="389880" cy="663840"/>
              <a:chOff x="90360" y="4329360"/>
              <a:chExt cx="389880" cy="663840"/>
            </a:xfrm>
          </p:grpSpPr>
          <p:sp>
            <p:nvSpPr>
              <p:cNvPr id="404" name="Google Shape;606;p20"/>
              <p:cNvSpPr/>
              <p:nvPr/>
            </p:nvSpPr>
            <p:spPr>
              <a:xfrm>
                <a:off x="90360" y="4329360"/>
                <a:ext cx="389880" cy="663840"/>
              </a:xfrm>
              <a:custGeom>
                <a:avLst/>
                <a:gdLst>
                  <a:gd name="textAreaLeft" fmla="*/ 0 w 389880"/>
                  <a:gd name="textAreaRight" fmla="*/ 390240 w 389880"/>
                  <a:gd name="textAreaTop" fmla="*/ 0 h 663840"/>
                  <a:gd name="textAreaBottom" fmla="*/ 664200 h 663840"/>
                </a:gdLst>
                <a:ahLst/>
                <a:cxnLst/>
                <a:rect l="textAreaLeft" t="textAreaTop" r="textAreaRight" b="textAreaBottom"/>
                <a:pathLst>
                  <a:path w="438817" h="746569">
                    <a:moveTo>
                      <a:pt x="438722" y="746570"/>
                    </a:moveTo>
                    <a:lnTo>
                      <a:pt x="0" y="746570"/>
                    </a:lnTo>
                    <a:lnTo>
                      <a:pt x="0" y="0"/>
                    </a:lnTo>
                    <a:lnTo>
                      <a:pt x="326231" y="0"/>
                    </a:lnTo>
                    <a:cubicBezTo>
                      <a:pt x="370141" y="43910"/>
                      <a:pt x="394812" y="68580"/>
                      <a:pt x="438817" y="112586"/>
                    </a:cubicBezTo>
                    <a:lnTo>
                      <a:pt x="438817" y="746570"/>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05" name="Google Shape;607;p20"/>
              <p:cNvGrpSpPr/>
              <p:nvPr/>
            </p:nvGrpSpPr>
            <p:grpSpPr>
              <a:xfrm>
                <a:off x="145800" y="4415400"/>
                <a:ext cx="279000" cy="256320"/>
                <a:chOff x="145800" y="4415400"/>
                <a:chExt cx="279000" cy="256320"/>
              </a:xfrm>
            </p:grpSpPr>
            <p:sp>
              <p:nvSpPr>
                <p:cNvPr id="406" name="Google Shape;608;p20"/>
                <p:cNvSpPr/>
                <p:nvPr/>
              </p:nvSpPr>
              <p:spPr>
                <a:xfrm>
                  <a:off x="145800" y="441540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7" name="Google Shape;609;p20"/>
                <p:cNvSpPr/>
                <p:nvPr/>
              </p:nvSpPr>
              <p:spPr>
                <a:xfrm>
                  <a:off x="145800" y="446292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8" name="Google Shape;610;p20"/>
                <p:cNvSpPr/>
                <p:nvPr/>
              </p:nvSpPr>
              <p:spPr>
                <a:xfrm>
                  <a:off x="145800" y="451044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9" name="Google Shape;611;p20"/>
                <p:cNvSpPr/>
                <p:nvPr/>
              </p:nvSpPr>
              <p:spPr>
                <a:xfrm>
                  <a:off x="145800" y="455796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0" name="Google Shape;612;p20"/>
                <p:cNvSpPr/>
                <p:nvPr/>
              </p:nvSpPr>
              <p:spPr>
                <a:xfrm>
                  <a:off x="145800" y="460548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1" name="Google Shape;613;p20"/>
                <p:cNvSpPr/>
                <p:nvPr/>
              </p:nvSpPr>
              <p:spPr>
                <a:xfrm>
                  <a:off x="145800" y="4653000"/>
                  <a:ext cx="163800" cy="18720"/>
                </a:xfrm>
                <a:custGeom>
                  <a:avLst/>
                  <a:gdLst>
                    <a:gd name="textAreaLeft" fmla="*/ 0 w 163800"/>
                    <a:gd name="textAreaRight" fmla="*/ 164160 w 163800"/>
                    <a:gd name="textAreaTop" fmla="*/ 0 h 18720"/>
                    <a:gd name="textAreaBottom" fmla="*/ 19080 h 18720"/>
                  </a:gdLst>
                  <a:ahLst/>
                  <a:cxnLst/>
                  <a:rect l="textAreaLeft" t="textAreaTop" r="textAreaRight" b="textAreaBottom"/>
                  <a:pathLst>
                    <a:path w="184689" h="21431">
                      <a:moveTo>
                        <a:pt x="0" y="0"/>
                      </a:moveTo>
                      <a:lnTo>
                        <a:pt x="184689" y="0"/>
                      </a:lnTo>
                      <a:lnTo>
                        <a:pt x="184689" y="21431"/>
                      </a:lnTo>
                      <a:lnTo>
                        <a:pt x="-1"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12" name="Google Shape;614;p20"/>
              <p:cNvGrpSpPr/>
              <p:nvPr/>
            </p:nvGrpSpPr>
            <p:grpSpPr>
              <a:xfrm>
                <a:off x="145800" y="4748400"/>
                <a:ext cx="279000" cy="161280"/>
                <a:chOff x="145800" y="4748400"/>
                <a:chExt cx="279000" cy="161280"/>
              </a:xfrm>
            </p:grpSpPr>
            <p:sp>
              <p:nvSpPr>
                <p:cNvPr id="413" name="Google Shape;615;p20"/>
                <p:cNvSpPr/>
                <p:nvPr/>
              </p:nvSpPr>
              <p:spPr>
                <a:xfrm>
                  <a:off x="145800" y="474840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4" name="Google Shape;616;p20"/>
                <p:cNvSpPr/>
                <p:nvPr/>
              </p:nvSpPr>
              <p:spPr>
                <a:xfrm>
                  <a:off x="145800" y="479592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5" name="Google Shape;617;p20"/>
                <p:cNvSpPr/>
                <p:nvPr/>
              </p:nvSpPr>
              <p:spPr>
                <a:xfrm>
                  <a:off x="145800" y="484344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6" name="Google Shape;618;p20"/>
                <p:cNvSpPr/>
                <p:nvPr/>
              </p:nvSpPr>
              <p:spPr>
                <a:xfrm>
                  <a:off x="145800" y="4890960"/>
                  <a:ext cx="163800" cy="18720"/>
                </a:xfrm>
                <a:custGeom>
                  <a:avLst/>
                  <a:gdLst>
                    <a:gd name="textAreaLeft" fmla="*/ 0 w 163800"/>
                    <a:gd name="textAreaRight" fmla="*/ 164160 w 163800"/>
                    <a:gd name="textAreaTop" fmla="*/ 0 h 18720"/>
                    <a:gd name="textAreaBottom" fmla="*/ 19080 h 18720"/>
                  </a:gdLst>
                  <a:ahLst/>
                  <a:cxnLst/>
                  <a:rect l="textAreaLeft" t="textAreaTop" r="textAreaRight" b="textAreaBottom"/>
                  <a:pathLst>
                    <a:path w="184689" h="21431">
                      <a:moveTo>
                        <a:pt x="0" y="0"/>
                      </a:moveTo>
                      <a:lnTo>
                        <a:pt x="184689" y="0"/>
                      </a:lnTo>
                      <a:lnTo>
                        <a:pt x="184689" y="21431"/>
                      </a:lnTo>
                      <a:lnTo>
                        <a:pt x="-1"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417" name="Google Shape;619;p20"/>
              <p:cNvSpPr/>
              <p:nvPr/>
            </p:nvSpPr>
            <p:spPr>
              <a:xfrm>
                <a:off x="380160" y="4329360"/>
                <a:ext cx="99720" cy="99720"/>
              </a:xfrm>
              <a:custGeom>
                <a:avLst/>
                <a:gdLst>
                  <a:gd name="textAreaLeft" fmla="*/ 0 w 99720"/>
                  <a:gd name="textAreaRight" fmla="*/ 100080 w 99720"/>
                  <a:gd name="textAreaTop" fmla="*/ 0 h 99720"/>
                  <a:gd name="textAreaBottom" fmla="*/ 100080 h 99720"/>
                </a:gdLst>
                <a:ahLst/>
                <a:cxnLst/>
                <a:rect l="textAreaLeft" t="textAreaTop" r="textAreaRight" b="textAreaBottom"/>
                <a:pathLst>
                  <a:path w="112586" h="112585">
                    <a:moveTo>
                      <a:pt x="112586" y="112586"/>
                    </a:moveTo>
                    <a:lnTo>
                      <a:pt x="0" y="112586"/>
                    </a:lnTo>
                    <a:lnTo>
                      <a:pt x="0" y="0"/>
                    </a:lnTo>
                    <a:lnTo>
                      <a:pt x="0" y="0"/>
                    </a:lnTo>
                    <a:cubicBezTo>
                      <a:pt x="43910" y="43910"/>
                      <a:pt x="68581" y="68580"/>
                      <a:pt x="112586" y="112586"/>
                    </a:cubicBezTo>
                    <a:lnTo>
                      <a:pt x="112586" y="112586"/>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418" name="Google Shape;620;p20"/>
          <p:cNvSpPr/>
          <p:nvPr/>
        </p:nvSpPr>
        <p:spPr>
          <a:xfrm rot="17943000" flipH="1">
            <a:off x="-1404360" y="-738000"/>
            <a:ext cx="2745360" cy="1627560"/>
          </a:xfrm>
          <a:custGeom>
            <a:avLst/>
            <a:gdLst>
              <a:gd name="textAreaLeft" fmla="*/ -360 w 2745360"/>
              <a:gd name="textAreaRight" fmla="*/ 2745360 w 2745360"/>
              <a:gd name="textAreaTop" fmla="*/ 0 h 1627560"/>
              <a:gd name="textAreaBottom" fmla="*/ 1627920 h 162756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19" name="Google Shape;621;p20"/>
          <p:cNvGrpSpPr/>
          <p:nvPr/>
        </p:nvGrpSpPr>
        <p:grpSpPr>
          <a:xfrm>
            <a:off x="8115120" y="266760"/>
            <a:ext cx="829800" cy="750600"/>
            <a:chOff x="8115120" y="266760"/>
            <a:chExt cx="829800" cy="750600"/>
          </a:xfrm>
        </p:grpSpPr>
        <p:grpSp>
          <p:nvGrpSpPr>
            <p:cNvPr id="420" name="Google Shape;622;p20"/>
            <p:cNvGrpSpPr/>
            <p:nvPr/>
          </p:nvGrpSpPr>
          <p:grpSpPr>
            <a:xfrm>
              <a:off x="8115120" y="266760"/>
              <a:ext cx="829800" cy="750600"/>
              <a:chOff x="8115120" y="266760"/>
              <a:chExt cx="829800" cy="750600"/>
            </a:xfrm>
          </p:grpSpPr>
          <p:sp>
            <p:nvSpPr>
              <p:cNvPr id="421" name="Google Shape;623;p20"/>
              <p:cNvSpPr/>
              <p:nvPr/>
            </p:nvSpPr>
            <p:spPr>
              <a:xfrm>
                <a:off x="8115120" y="266760"/>
                <a:ext cx="829800" cy="750600"/>
              </a:xfrm>
              <a:custGeom>
                <a:avLst/>
                <a:gdLst>
                  <a:gd name="textAreaLeft" fmla="*/ 0 w 829800"/>
                  <a:gd name="textAreaRight" fmla="*/ 830160 w 829800"/>
                  <a:gd name="textAreaTop" fmla="*/ 0 h 750600"/>
                  <a:gd name="textAreaBottom" fmla="*/ 750960 h 750600"/>
                </a:gdLst>
                <a:ahLst/>
                <a:cxnLst/>
                <a:rect l="textAreaLeft" t="textAreaTop" r="textAreaRight" b="textAreaBottom"/>
                <a:pathLst>
                  <a:path w="598074" h="541115">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22" name="Google Shape;624;p20"/>
              <p:cNvGrpSpPr/>
              <p:nvPr/>
            </p:nvGrpSpPr>
            <p:grpSpPr>
              <a:xfrm>
                <a:off x="8655480" y="309960"/>
                <a:ext cx="228240" cy="57240"/>
                <a:chOff x="8655480" y="309960"/>
                <a:chExt cx="228240" cy="57240"/>
              </a:xfrm>
            </p:grpSpPr>
            <p:sp>
              <p:nvSpPr>
                <p:cNvPr id="423" name="Google Shape;625;p20"/>
                <p:cNvSpPr/>
                <p:nvPr/>
              </p:nvSpPr>
              <p:spPr>
                <a:xfrm>
                  <a:off x="882648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4" name="Google Shape;626;p20"/>
                <p:cNvSpPr/>
                <p:nvPr/>
              </p:nvSpPr>
              <p:spPr>
                <a:xfrm>
                  <a:off x="874116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5" name="Google Shape;627;p20"/>
                <p:cNvSpPr/>
                <p:nvPr/>
              </p:nvSpPr>
              <p:spPr>
                <a:xfrm>
                  <a:off x="865548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426" name="Google Shape;628;p20"/>
            <p:cNvGrpSpPr/>
            <p:nvPr/>
          </p:nvGrpSpPr>
          <p:grpSpPr>
            <a:xfrm>
              <a:off x="8207280" y="495720"/>
              <a:ext cx="652680" cy="336960"/>
              <a:chOff x="8207280" y="495720"/>
              <a:chExt cx="652680" cy="336960"/>
            </a:xfrm>
          </p:grpSpPr>
          <p:sp>
            <p:nvSpPr>
              <p:cNvPr id="427" name="Google Shape;629;p20"/>
              <p:cNvSpPr/>
              <p:nvPr/>
            </p:nvSpPr>
            <p:spPr>
              <a:xfrm>
                <a:off x="8207280" y="508320"/>
                <a:ext cx="302760" cy="302400"/>
              </a:xfrm>
              <a:custGeom>
                <a:avLst/>
                <a:gdLst>
                  <a:gd name="textAreaLeft" fmla="*/ 0 w 302760"/>
                  <a:gd name="textAreaRight" fmla="*/ 303120 w 302760"/>
                  <a:gd name="textAreaTop" fmla="*/ 0 h 302400"/>
                  <a:gd name="textAreaBottom" fmla="*/ 302760 h 302400"/>
                </a:gdLst>
                <a:ahLst/>
                <a:cxnLst/>
                <a:rect l="textAreaLeft" t="textAreaTop" r="textAreaRight" b="textAreaBottom"/>
                <a:pathLst>
                  <a:path w="218503" h="218217">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28" name="Google Shape;630;p20"/>
              <p:cNvGrpSpPr/>
              <p:nvPr/>
            </p:nvGrpSpPr>
            <p:grpSpPr>
              <a:xfrm>
                <a:off x="8563320" y="495720"/>
                <a:ext cx="296640" cy="336960"/>
                <a:chOff x="8563320" y="495720"/>
                <a:chExt cx="296640" cy="336960"/>
              </a:xfrm>
            </p:grpSpPr>
            <p:grpSp>
              <p:nvGrpSpPr>
                <p:cNvPr id="429" name="Google Shape;631;p20"/>
                <p:cNvGrpSpPr/>
                <p:nvPr/>
              </p:nvGrpSpPr>
              <p:grpSpPr>
                <a:xfrm>
                  <a:off x="8563320" y="704880"/>
                  <a:ext cx="296640" cy="127800"/>
                  <a:chOff x="8563320" y="704880"/>
                  <a:chExt cx="296640" cy="127800"/>
                </a:xfrm>
              </p:grpSpPr>
              <p:sp>
                <p:nvSpPr>
                  <p:cNvPr id="430" name="Google Shape;632;p20"/>
                  <p:cNvSpPr/>
                  <p:nvPr/>
                </p:nvSpPr>
                <p:spPr>
                  <a:xfrm>
                    <a:off x="8563320" y="73188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1" name="Google Shape;633;p20"/>
                  <p:cNvSpPr/>
                  <p:nvPr/>
                </p:nvSpPr>
                <p:spPr>
                  <a:xfrm>
                    <a:off x="8563320" y="70488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32" name="Google Shape;634;p20"/>
                <p:cNvGrpSpPr/>
                <p:nvPr/>
              </p:nvGrpSpPr>
              <p:grpSpPr>
                <a:xfrm>
                  <a:off x="8563320" y="600480"/>
                  <a:ext cx="296640" cy="127800"/>
                  <a:chOff x="8563320" y="600480"/>
                  <a:chExt cx="296640" cy="127800"/>
                </a:xfrm>
              </p:grpSpPr>
              <p:sp>
                <p:nvSpPr>
                  <p:cNvPr id="433" name="Google Shape;635;p20"/>
                  <p:cNvSpPr/>
                  <p:nvPr/>
                </p:nvSpPr>
                <p:spPr>
                  <a:xfrm>
                    <a:off x="8563320" y="62748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4" name="Google Shape;636;p20"/>
                  <p:cNvSpPr/>
                  <p:nvPr/>
                </p:nvSpPr>
                <p:spPr>
                  <a:xfrm>
                    <a:off x="8563320" y="60048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35" name="Google Shape;637;p20"/>
                <p:cNvGrpSpPr/>
                <p:nvPr/>
              </p:nvGrpSpPr>
              <p:grpSpPr>
                <a:xfrm>
                  <a:off x="8563320" y="495720"/>
                  <a:ext cx="296640" cy="127800"/>
                  <a:chOff x="8563320" y="495720"/>
                  <a:chExt cx="296640" cy="127800"/>
                </a:xfrm>
              </p:grpSpPr>
              <p:sp>
                <p:nvSpPr>
                  <p:cNvPr id="436" name="Google Shape;638;p20"/>
                  <p:cNvSpPr/>
                  <p:nvPr/>
                </p:nvSpPr>
                <p:spPr>
                  <a:xfrm>
                    <a:off x="8563320" y="52272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7" name="Google Shape;639;p20"/>
                  <p:cNvSpPr/>
                  <p:nvPr/>
                </p:nvSpPr>
                <p:spPr>
                  <a:xfrm>
                    <a:off x="8563320" y="49572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438" name="PlaceHolder 1"/>
          <p:cNvSpPr>
            <a:spLocks noGrp="1"/>
          </p:cNvSpPr>
          <p:nvPr>
            <p:ph type="title"/>
          </p:nvPr>
        </p:nvSpPr>
        <p:spPr>
          <a:xfrm>
            <a:off x="4047120" y="2571840"/>
            <a:ext cx="4383360" cy="841320"/>
          </a:xfrm>
          <a:prstGeom prst="rect">
            <a:avLst/>
          </a:prstGeom>
          <a:noFill/>
          <a:ln w="0">
            <a:noFill/>
          </a:ln>
        </p:spPr>
        <p:txBody>
          <a:bodyPr lIns="91440" tIns="91440" rIns="91440" bIns="91440" anchor="t">
            <a:noAutofit/>
          </a:bodyPr>
          <a:lstStyle/>
          <a:p>
            <a:pPr indent="0">
              <a:buNone/>
            </a:pPr>
            <a:r>
              <a:rPr lang="fr-FR" sz="4800" b="0" u="none" strike="noStrike">
                <a:solidFill>
                  <a:schemeClr val="dk1"/>
                </a:solidFill>
                <a:effectLst/>
                <a:uFillTx/>
                <a:latin typeface="Arial"/>
              </a:rPr>
              <a:t>Click to edit the title text format</a:t>
            </a:r>
          </a:p>
        </p:txBody>
      </p:sp>
      <p:sp>
        <p:nvSpPr>
          <p:cNvPr id="439" name="PlaceHolder 2"/>
          <p:cNvSpPr>
            <a:spLocks noGrp="1"/>
          </p:cNvSpPr>
          <p:nvPr>
            <p:ph type="title"/>
          </p:nvPr>
        </p:nvSpPr>
        <p:spPr>
          <a:xfrm>
            <a:off x="4047120" y="1321920"/>
            <a:ext cx="1235520" cy="841320"/>
          </a:xfrm>
          <a:prstGeom prst="rect">
            <a:avLst/>
          </a:prstGeom>
          <a:noFill/>
          <a:ln w="0">
            <a:noFill/>
          </a:ln>
        </p:spPr>
        <p:txBody>
          <a:bodyPr lIns="91440" tIns="91440" rIns="91440" bIns="91440" anchor="b">
            <a:noAutofit/>
          </a:bodyPr>
          <a:lstStyle/>
          <a:p>
            <a:pPr indent="0" algn="ctr">
              <a:lnSpc>
                <a:spcPct val="100000"/>
              </a:lnSpc>
              <a:buNone/>
            </a:pPr>
            <a:r>
              <a:rPr lang="fr-FR" sz="6000" b="1" u="none" strike="noStrike">
                <a:solidFill>
                  <a:schemeClr val="dk1"/>
                </a:solidFill>
                <a:effectLst/>
                <a:uFillTx/>
                <a:latin typeface="Epilogue"/>
                <a:ea typeface="Epilogue"/>
              </a:rPr>
              <a:t>xx%</a:t>
            </a:r>
            <a:endParaRPr lang="fr-FR" sz="6000" b="0" u="none" strike="noStrike">
              <a:solidFill>
                <a:schemeClr val="dk1"/>
              </a:solidFill>
              <a:effectLst/>
              <a:uFillTx/>
              <a:latin typeface="Arial"/>
            </a:endParaRPr>
          </a:p>
        </p:txBody>
      </p:sp>
      <p:sp>
        <p:nvSpPr>
          <p:cNvPr id="440" name="PlaceHolder 3"/>
          <p:cNvSpPr>
            <a:spLocks noGrp="1"/>
          </p:cNvSpPr>
          <p:nvPr>
            <p:ph type="body"/>
          </p:nvPr>
        </p:nvSpPr>
        <p:spPr>
          <a:xfrm>
            <a:off x="484560" y="1076400"/>
            <a:ext cx="2990160" cy="2990160"/>
          </a:xfrm>
          <a:prstGeom prst="rect">
            <a:avLst/>
          </a:prstGeom>
          <a:noFill/>
          <a:ln w="0">
            <a:noFill/>
          </a:ln>
        </p:spPr>
        <p:txBody>
          <a:bodyPr lIns="90000" tIns="45000" rIns="90000" bIns="45000" anchor="t">
            <a:normAutofit fontScale="40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441" name="Google Shape;17;p3"/>
          <p:cNvSpPr/>
          <p:nvPr/>
        </p:nvSpPr>
        <p:spPr>
          <a:xfrm rot="18336600" flipH="1">
            <a:off x="5846760" y="3927960"/>
            <a:ext cx="2997360" cy="2575800"/>
          </a:xfrm>
          <a:custGeom>
            <a:avLst/>
            <a:gdLst>
              <a:gd name="textAreaLeft" fmla="*/ 360 w 2997360"/>
              <a:gd name="textAreaRight" fmla="*/ 2998080 w 2997360"/>
              <a:gd name="textAreaTop" fmla="*/ 0 h 2575800"/>
              <a:gd name="textAreaBottom" fmla="*/ 2576160 h 257580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2" name="Google Shape;18;p3"/>
          <p:cNvSpPr/>
          <p:nvPr/>
        </p:nvSpPr>
        <p:spPr>
          <a:xfrm rot="460800" flipH="1">
            <a:off x="6386400" y="-1517040"/>
            <a:ext cx="4086720" cy="3304440"/>
          </a:xfrm>
          <a:custGeom>
            <a:avLst/>
            <a:gdLst>
              <a:gd name="textAreaLeft" fmla="*/ 360 w 4086720"/>
              <a:gd name="textAreaRight" fmla="*/ 4087440 w 4086720"/>
              <a:gd name="textAreaTop" fmla="*/ 0 h 3304440"/>
              <a:gd name="textAreaBottom" fmla="*/ 3304800 h 33044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3" name="Google Shape;19;p3"/>
          <p:cNvSpPr/>
          <p:nvPr/>
        </p:nvSpPr>
        <p:spPr>
          <a:xfrm rot="17007000" flipH="1">
            <a:off x="6120" y="113040"/>
            <a:ext cx="642600" cy="519480"/>
          </a:xfrm>
          <a:custGeom>
            <a:avLst/>
            <a:gdLst>
              <a:gd name="textAreaLeft" fmla="*/ -360 w 642600"/>
              <a:gd name="textAreaRight" fmla="*/ 642600 w 642600"/>
              <a:gd name="textAreaTop" fmla="*/ 0 h 519480"/>
              <a:gd name="textAreaBottom" fmla="*/ 519840 h 51948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TITLE_ONLY_2">
    <p:bg>
      <p:bgPr>
        <a:solidFill>
          <a:schemeClr val="lt1"/>
        </a:solidFill>
        <a:effectLst/>
      </p:bgPr>
    </p:bg>
    <p:spTree>
      <p:nvGrpSpPr>
        <p:cNvPr id="1" name=""/>
        <p:cNvGrpSpPr/>
        <p:nvPr/>
      </p:nvGrpSpPr>
      <p:grpSpPr>
        <a:xfrm>
          <a:off x="0" y="0"/>
          <a:ext cx="0" cy="0"/>
          <a:chOff x="0" y="0"/>
          <a:chExt cx="0" cy="0"/>
        </a:xfrm>
      </p:grpSpPr>
      <p:sp>
        <p:nvSpPr>
          <p:cNvPr id="444" name="Google Shape;641;p21"/>
          <p:cNvSpPr/>
          <p:nvPr/>
        </p:nvSpPr>
        <p:spPr>
          <a:xfrm rot="9076800" flipH="1">
            <a:off x="7972920" y="-586080"/>
            <a:ext cx="1683360" cy="1672560"/>
          </a:xfrm>
          <a:custGeom>
            <a:avLst/>
            <a:gdLst>
              <a:gd name="textAreaLeft" fmla="*/ 360 w 1683360"/>
              <a:gd name="textAreaRight" fmla="*/ 1684080 w 1683360"/>
              <a:gd name="textAreaTop" fmla="*/ 0 h 1672560"/>
              <a:gd name="textAreaBottom" fmla="*/ 1672920 h 167256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grpSp>
        <p:nvGrpSpPr>
          <p:cNvPr id="446" name="Google Shape;643;p21"/>
          <p:cNvGrpSpPr/>
          <p:nvPr/>
        </p:nvGrpSpPr>
        <p:grpSpPr>
          <a:xfrm>
            <a:off x="682920" y="4696560"/>
            <a:ext cx="325440" cy="404280"/>
            <a:chOff x="682920" y="4696560"/>
            <a:chExt cx="325440" cy="404280"/>
          </a:xfrm>
        </p:grpSpPr>
        <p:sp>
          <p:nvSpPr>
            <p:cNvPr id="447" name="Google Shape;644;p21"/>
            <p:cNvSpPr/>
            <p:nvPr/>
          </p:nvSpPr>
          <p:spPr>
            <a:xfrm flipH="1">
              <a:off x="682920" y="4696560"/>
              <a:ext cx="325440" cy="404280"/>
            </a:xfrm>
            <a:custGeom>
              <a:avLst/>
              <a:gdLst>
                <a:gd name="textAreaLeft" fmla="*/ 360 w 325440"/>
                <a:gd name="textAreaRight" fmla="*/ 326160 w 325440"/>
                <a:gd name="textAreaTop" fmla="*/ 0 h 404280"/>
                <a:gd name="textAreaBottom" fmla="*/ 404640 h 404280"/>
              </a:gdLst>
              <a:ahLst/>
              <a:cxnLst/>
              <a:rect l="textAreaLeft" t="textAreaTop" r="textAreaRight" b="textAreaBottom"/>
              <a:pathLst>
                <a:path w="435673" h="541115">
                  <a:moveTo>
                    <a:pt x="394621" y="0"/>
                  </a:moveTo>
                  <a:cubicBezTo>
                    <a:pt x="417294" y="0"/>
                    <a:pt x="435674" y="18380"/>
                    <a:pt x="435674" y="41053"/>
                  </a:cubicBezTo>
                  <a:lnTo>
                    <a:pt x="435674" y="500062"/>
                  </a:lnTo>
                  <a:cubicBezTo>
                    <a:pt x="435674" y="522735"/>
                    <a:pt x="417294" y="541115"/>
                    <a:pt x="394621" y="541115"/>
                  </a:cubicBezTo>
                  <a:lnTo>
                    <a:pt x="41053" y="541115"/>
                  </a:lnTo>
                  <a:cubicBezTo>
                    <a:pt x="18380" y="541115"/>
                    <a:pt x="0" y="522735"/>
                    <a:pt x="0" y="500062"/>
                  </a:cubicBezTo>
                  <a:lnTo>
                    <a:pt x="0" y="41053"/>
                  </a:lnTo>
                  <a:cubicBezTo>
                    <a:pt x="0" y="18380"/>
                    <a:pt x="18380" y="0"/>
                    <a:pt x="41053"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48" name="Google Shape;645;p21"/>
            <p:cNvGrpSpPr/>
            <p:nvPr/>
          </p:nvGrpSpPr>
          <p:grpSpPr>
            <a:xfrm>
              <a:off x="715680" y="4719960"/>
              <a:ext cx="122760" cy="30600"/>
              <a:chOff x="715680" y="4719960"/>
              <a:chExt cx="122760" cy="30600"/>
            </a:xfrm>
          </p:grpSpPr>
          <p:sp>
            <p:nvSpPr>
              <p:cNvPr id="449" name="Google Shape;646;p21"/>
              <p:cNvSpPr/>
              <p:nvPr/>
            </p:nvSpPr>
            <p:spPr>
              <a:xfrm flipH="1">
                <a:off x="715320" y="4719960"/>
                <a:ext cx="30600" cy="30600"/>
              </a:xfrm>
              <a:custGeom>
                <a:avLst/>
                <a:gdLst>
                  <a:gd name="textAreaLeft" fmla="*/ -360 w 30600"/>
                  <a:gd name="textAreaRight" fmla="*/ 30600 w 30600"/>
                  <a:gd name="textAreaTop" fmla="*/ 0 h 30600"/>
                  <a:gd name="textAreaBottom" fmla="*/ 30960 h 30600"/>
                </a:gdLst>
                <a:ahLst/>
                <a:cxnLst/>
                <a:rect l="textAreaLeft" t="textAreaTop" r="textAreaRight" b="textAreaBottom"/>
                <a:pathLst>
                  <a:path w="41528" h="41529">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0" name="Google Shape;647;p21"/>
              <p:cNvSpPr/>
              <p:nvPr/>
            </p:nvSpPr>
            <p:spPr>
              <a:xfrm flipH="1">
                <a:off x="761400" y="4719960"/>
                <a:ext cx="30600" cy="30600"/>
              </a:xfrm>
              <a:custGeom>
                <a:avLst/>
                <a:gdLst>
                  <a:gd name="textAreaLeft" fmla="*/ -360 w 30600"/>
                  <a:gd name="textAreaRight" fmla="*/ 30600 w 30600"/>
                  <a:gd name="textAreaTop" fmla="*/ 0 h 30600"/>
                  <a:gd name="textAreaBottom" fmla="*/ 30960 h 30600"/>
                </a:gdLst>
                <a:ahLst/>
                <a:cxnLst/>
                <a:rect l="textAreaLeft" t="textAreaTop" r="textAreaRight" b="textAreaBottom"/>
                <a:pathLst>
                  <a:path w="41528" h="41529">
                    <a:moveTo>
                      <a:pt x="41529" y="20765"/>
                    </a:moveTo>
                    <a:cubicBezTo>
                      <a:pt x="41529" y="32290"/>
                      <a:pt x="32195" y="41529"/>
                      <a:pt x="20764" y="41529"/>
                    </a:cubicBezTo>
                    <a:cubicBezTo>
                      <a:pt x="9334" y="41529"/>
                      <a:pt x="0" y="32194"/>
                      <a:pt x="0" y="20765"/>
                    </a:cubicBezTo>
                    <a:cubicBezTo>
                      <a:pt x="0" y="9334"/>
                      <a:pt x="9334" y="0"/>
                      <a:pt x="20764" y="0"/>
                    </a:cubicBezTo>
                    <a:cubicBezTo>
                      <a:pt x="32195" y="0"/>
                      <a:pt x="41529" y="9334"/>
                      <a:pt x="41529" y="2076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1" name="Google Shape;648;p21"/>
              <p:cNvSpPr/>
              <p:nvPr/>
            </p:nvSpPr>
            <p:spPr>
              <a:xfrm flipH="1">
                <a:off x="807480" y="4719960"/>
                <a:ext cx="30600" cy="30600"/>
              </a:xfrm>
              <a:custGeom>
                <a:avLst/>
                <a:gdLst>
                  <a:gd name="textAreaLeft" fmla="*/ -360 w 30600"/>
                  <a:gd name="textAreaRight" fmla="*/ 30600 w 30600"/>
                  <a:gd name="textAreaTop" fmla="*/ 0 h 30600"/>
                  <a:gd name="textAreaBottom" fmla="*/ 30960 h 30600"/>
                </a:gdLst>
                <a:ahLst/>
                <a:cxnLst/>
                <a:rect l="textAreaLeft" t="textAreaTop" r="textAreaRight" b="textAreaBottom"/>
                <a:pathLst>
                  <a:path w="41529" h="41529">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452" name="Google Shape;649;p21"/>
          <p:cNvGrpSpPr/>
          <p:nvPr/>
        </p:nvGrpSpPr>
        <p:grpSpPr>
          <a:xfrm>
            <a:off x="713520" y="4774680"/>
            <a:ext cx="268560" cy="280440"/>
            <a:chOff x="713520" y="4774680"/>
            <a:chExt cx="268560" cy="280440"/>
          </a:xfrm>
        </p:grpSpPr>
        <p:sp>
          <p:nvSpPr>
            <p:cNvPr id="453" name="Google Shape;650;p21"/>
            <p:cNvSpPr/>
            <p:nvPr/>
          </p:nvSpPr>
          <p:spPr>
            <a:xfrm flipH="1">
              <a:off x="714960" y="4933440"/>
              <a:ext cx="267120" cy="121680"/>
            </a:xfrm>
            <a:custGeom>
              <a:avLst/>
              <a:gdLst>
                <a:gd name="textAreaLeft" fmla="*/ 360 w 267120"/>
                <a:gd name="textAreaRight" fmla="*/ 267840 w 267120"/>
                <a:gd name="textAreaTop" fmla="*/ 0 h 121680"/>
                <a:gd name="textAreaBottom" fmla="*/ 122040 h 121680"/>
              </a:gdLst>
              <a:ahLst/>
              <a:cxnLst/>
              <a:rect l="textAreaLeft" t="textAreaTop" r="textAreaRight" b="textAreaBottom"/>
              <a:pathLst>
                <a:path w="357473" h="163258">
                  <a:moveTo>
                    <a:pt x="40196" y="72962"/>
                  </a:moveTo>
                  <a:lnTo>
                    <a:pt x="0" y="72962"/>
                  </a:lnTo>
                  <a:lnTo>
                    <a:pt x="0" y="90297"/>
                  </a:lnTo>
                  <a:lnTo>
                    <a:pt x="40196" y="90297"/>
                  </a:lnTo>
                  <a:lnTo>
                    <a:pt x="40196" y="72962"/>
                  </a:lnTo>
                  <a:close/>
                  <a:moveTo>
                    <a:pt x="185166" y="126778"/>
                  </a:moveTo>
                  <a:lnTo>
                    <a:pt x="294894" y="126778"/>
                  </a:lnTo>
                  <a:lnTo>
                    <a:pt x="294894" y="109347"/>
                  </a:lnTo>
                  <a:lnTo>
                    <a:pt x="185166" y="109347"/>
                  </a:lnTo>
                  <a:lnTo>
                    <a:pt x="185166" y="126778"/>
                  </a:lnTo>
                  <a:close/>
                  <a:moveTo>
                    <a:pt x="294894" y="0"/>
                  </a:moveTo>
                  <a:lnTo>
                    <a:pt x="38291" y="0"/>
                  </a:lnTo>
                  <a:lnTo>
                    <a:pt x="38291" y="17335"/>
                  </a:lnTo>
                  <a:lnTo>
                    <a:pt x="294894" y="17335"/>
                  </a:lnTo>
                  <a:lnTo>
                    <a:pt x="294894" y="0"/>
                  </a:lnTo>
                  <a:close/>
                  <a:moveTo>
                    <a:pt x="0" y="163259"/>
                  </a:moveTo>
                  <a:lnTo>
                    <a:pt x="99632" y="163259"/>
                  </a:lnTo>
                  <a:lnTo>
                    <a:pt x="99632" y="145828"/>
                  </a:lnTo>
                  <a:lnTo>
                    <a:pt x="0" y="145828"/>
                  </a:lnTo>
                  <a:lnTo>
                    <a:pt x="0" y="163259"/>
                  </a:lnTo>
                  <a:close/>
                  <a:moveTo>
                    <a:pt x="76581" y="36481"/>
                  </a:moveTo>
                  <a:lnTo>
                    <a:pt x="0" y="36481"/>
                  </a:lnTo>
                  <a:lnTo>
                    <a:pt x="0" y="53816"/>
                  </a:lnTo>
                  <a:lnTo>
                    <a:pt x="76581" y="53816"/>
                  </a:lnTo>
                  <a:lnTo>
                    <a:pt x="76581" y="36481"/>
                  </a:lnTo>
                  <a:close/>
                  <a:moveTo>
                    <a:pt x="52483" y="90297"/>
                  </a:moveTo>
                  <a:lnTo>
                    <a:pt x="207836" y="90297"/>
                  </a:lnTo>
                  <a:lnTo>
                    <a:pt x="207836" y="72962"/>
                  </a:lnTo>
                  <a:lnTo>
                    <a:pt x="52483" y="72962"/>
                  </a:lnTo>
                  <a:lnTo>
                    <a:pt x="52483" y="90297"/>
                  </a:lnTo>
                  <a:close/>
                  <a:moveTo>
                    <a:pt x="164402" y="109347"/>
                  </a:moveTo>
                  <a:lnTo>
                    <a:pt x="0" y="109347"/>
                  </a:lnTo>
                  <a:lnTo>
                    <a:pt x="0" y="126778"/>
                  </a:lnTo>
                  <a:lnTo>
                    <a:pt x="164402" y="126778"/>
                  </a:lnTo>
                  <a:lnTo>
                    <a:pt x="164402" y="109347"/>
                  </a:lnTo>
                  <a:close/>
                  <a:moveTo>
                    <a:pt x="220218" y="90297"/>
                  </a:moveTo>
                  <a:lnTo>
                    <a:pt x="357378" y="90297"/>
                  </a:lnTo>
                  <a:lnTo>
                    <a:pt x="357378" y="72962"/>
                  </a:lnTo>
                  <a:lnTo>
                    <a:pt x="220218" y="72962"/>
                  </a:lnTo>
                  <a:lnTo>
                    <a:pt x="220218" y="90297"/>
                  </a:lnTo>
                  <a:close/>
                  <a:moveTo>
                    <a:pt x="97441" y="53816"/>
                  </a:moveTo>
                  <a:lnTo>
                    <a:pt x="357474" y="53816"/>
                  </a:lnTo>
                  <a:lnTo>
                    <a:pt x="357474" y="36481"/>
                  </a:lnTo>
                  <a:lnTo>
                    <a:pt x="97441" y="36481"/>
                  </a:lnTo>
                  <a:lnTo>
                    <a:pt x="97441" y="53816"/>
                  </a:lnTo>
                  <a:close/>
                  <a:moveTo>
                    <a:pt x="305371" y="0"/>
                  </a:moveTo>
                  <a:lnTo>
                    <a:pt x="305371" y="17335"/>
                  </a:lnTo>
                  <a:lnTo>
                    <a:pt x="357378" y="17335"/>
                  </a:lnTo>
                  <a:lnTo>
                    <a:pt x="357378" y="0"/>
                  </a:lnTo>
                  <a:lnTo>
                    <a:pt x="305371" y="0"/>
                  </a:lnTo>
                  <a:close/>
                  <a:moveTo>
                    <a:pt x="315659" y="126778"/>
                  </a:moveTo>
                  <a:lnTo>
                    <a:pt x="357378" y="126778"/>
                  </a:lnTo>
                  <a:lnTo>
                    <a:pt x="357378" y="109347"/>
                  </a:lnTo>
                  <a:lnTo>
                    <a:pt x="315659" y="109347"/>
                  </a:lnTo>
                  <a:lnTo>
                    <a:pt x="315659" y="126778"/>
                  </a:lnTo>
                  <a:close/>
                  <a:moveTo>
                    <a:pt x="120396" y="163259"/>
                  </a:moveTo>
                  <a:lnTo>
                    <a:pt x="222981" y="163259"/>
                  </a:lnTo>
                  <a:lnTo>
                    <a:pt x="222981" y="145828"/>
                  </a:lnTo>
                  <a:lnTo>
                    <a:pt x="120396" y="145828"/>
                  </a:lnTo>
                  <a:lnTo>
                    <a:pt x="120396" y="163259"/>
                  </a:lnTo>
                  <a:close/>
                  <a:moveTo>
                    <a:pt x="235363" y="163259"/>
                  </a:moveTo>
                  <a:lnTo>
                    <a:pt x="313563" y="163259"/>
                  </a:lnTo>
                  <a:lnTo>
                    <a:pt x="313563" y="145828"/>
                  </a:lnTo>
                  <a:lnTo>
                    <a:pt x="235363" y="145828"/>
                  </a:lnTo>
                  <a:lnTo>
                    <a:pt x="235363" y="163259"/>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4" name="Google Shape;651;p21"/>
            <p:cNvSpPr/>
            <p:nvPr/>
          </p:nvSpPr>
          <p:spPr>
            <a:xfrm flipH="1">
              <a:off x="713160" y="4774680"/>
              <a:ext cx="264600" cy="134280"/>
            </a:xfrm>
            <a:custGeom>
              <a:avLst/>
              <a:gdLst>
                <a:gd name="textAreaLeft" fmla="*/ -360 w 264600"/>
                <a:gd name="textAreaRight" fmla="*/ 264600 w 264600"/>
                <a:gd name="textAreaTop" fmla="*/ 0 h 134280"/>
                <a:gd name="textAreaBottom" fmla="*/ 134640 h 134280"/>
              </a:gdLst>
              <a:ahLst/>
              <a:cxnLst/>
              <a:rect l="textAreaLeft" t="textAreaTop" r="textAreaRight" b="textAreaBottom"/>
              <a:pathLst>
                <a:path w="353948" h="180117">
                  <a:moveTo>
                    <a:pt x="0" y="0"/>
                  </a:moveTo>
                  <a:lnTo>
                    <a:pt x="353949" y="0"/>
                  </a:lnTo>
                  <a:lnTo>
                    <a:pt x="353949" y="180118"/>
                  </a:lnTo>
                  <a:lnTo>
                    <a:pt x="0" y="180118"/>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55" name="Google Shape;652;p21"/>
          <p:cNvGrpSpPr/>
          <p:nvPr/>
        </p:nvGrpSpPr>
        <p:grpSpPr>
          <a:xfrm>
            <a:off x="96120" y="4469400"/>
            <a:ext cx="354960" cy="643680"/>
            <a:chOff x="96120" y="4469400"/>
            <a:chExt cx="354960" cy="643680"/>
          </a:xfrm>
        </p:grpSpPr>
        <p:grpSp>
          <p:nvGrpSpPr>
            <p:cNvPr id="456" name="Google Shape;653;p21"/>
            <p:cNvGrpSpPr/>
            <p:nvPr/>
          </p:nvGrpSpPr>
          <p:grpSpPr>
            <a:xfrm>
              <a:off x="96120" y="4469400"/>
              <a:ext cx="354960" cy="643680"/>
              <a:chOff x="96120" y="4469400"/>
              <a:chExt cx="354960" cy="643680"/>
            </a:xfrm>
          </p:grpSpPr>
          <p:sp>
            <p:nvSpPr>
              <p:cNvPr id="457" name="Google Shape;654;p21"/>
              <p:cNvSpPr/>
              <p:nvPr/>
            </p:nvSpPr>
            <p:spPr>
              <a:xfrm flipH="1">
                <a:off x="96120" y="4469400"/>
                <a:ext cx="354960" cy="643680"/>
              </a:xfrm>
              <a:custGeom>
                <a:avLst/>
                <a:gdLst>
                  <a:gd name="textAreaLeft" fmla="*/ 360 w 354960"/>
                  <a:gd name="textAreaRight" fmla="*/ 355680 w 354960"/>
                  <a:gd name="textAreaTop" fmla="*/ 0 h 643680"/>
                  <a:gd name="textAreaBottom" fmla="*/ 644040 h 643680"/>
                </a:gdLst>
                <a:ahLst/>
                <a:cxnLst/>
                <a:rect l="textAreaLeft" t="textAreaTop" r="textAreaRight" b="textAreaBottom"/>
                <a:pathLst>
                  <a:path w="470725" h="852963">
                    <a:moveTo>
                      <a:pt x="435388" y="0"/>
                    </a:moveTo>
                    <a:cubicBezTo>
                      <a:pt x="454904" y="0"/>
                      <a:pt x="470726" y="15821"/>
                      <a:pt x="470726" y="35338"/>
                    </a:cubicBezTo>
                    <a:lnTo>
                      <a:pt x="470726" y="817626"/>
                    </a:lnTo>
                    <a:cubicBezTo>
                      <a:pt x="470726" y="837143"/>
                      <a:pt x="454904" y="852964"/>
                      <a:pt x="435388" y="852964"/>
                    </a:cubicBezTo>
                    <a:lnTo>
                      <a:pt x="35338" y="852964"/>
                    </a:lnTo>
                    <a:cubicBezTo>
                      <a:pt x="15821" y="852964"/>
                      <a:pt x="0" y="837143"/>
                      <a:pt x="0" y="817626"/>
                    </a:cubicBezTo>
                    <a:lnTo>
                      <a:pt x="0" y="35338"/>
                    </a:lnTo>
                    <a:cubicBezTo>
                      <a:pt x="0" y="15822"/>
                      <a:pt x="15821" y="0"/>
                      <a:pt x="35338"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8" name="Google Shape;655;p21"/>
              <p:cNvSpPr/>
              <p:nvPr/>
            </p:nvSpPr>
            <p:spPr>
              <a:xfrm flipH="1">
                <a:off x="111960" y="4502160"/>
                <a:ext cx="324000" cy="527760"/>
              </a:xfrm>
              <a:custGeom>
                <a:avLst/>
                <a:gdLst>
                  <a:gd name="textAreaLeft" fmla="*/ 360 w 324000"/>
                  <a:gd name="textAreaRight" fmla="*/ 324720 w 324000"/>
                  <a:gd name="textAreaTop" fmla="*/ 0 h 527760"/>
                  <a:gd name="textAreaBottom" fmla="*/ 528120 h 527760"/>
                </a:gdLst>
                <a:ahLst/>
                <a:cxnLst/>
                <a:rect l="textAreaLeft" t="textAreaTop" r="textAreaRight" b="textAreaBottom"/>
                <a:pathLst>
                  <a:path w="429577" h="699420">
                    <a:moveTo>
                      <a:pt x="0" y="0"/>
                    </a:moveTo>
                    <a:lnTo>
                      <a:pt x="429578" y="0"/>
                    </a:lnTo>
                    <a:lnTo>
                      <a:pt x="429578" y="699421"/>
                    </a:lnTo>
                    <a:lnTo>
                      <a:pt x="0" y="69942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459" name="Google Shape;656;p21"/>
            <p:cNvSpPr/>
            <p:nvPr/>
          </p:nvSpPr>
          <p:spPr>
            <a:xfrm flipH="1">
              <a:off x="127440" y="5065200"/>
              <a:ext cx="293040" cy="24120"/>
            </a:xfrm>
            <a:custGeom>
              <a:avLst/>
              <a:gdLst>
                <a:gd name="textAreaLeft" fmla="*/ 360 w 293040"/>
                <a:gd name="textAreaRight" fmla="*/ 293760 w 293040"/>
                <a:gd name="textAreaTop" fmla="*/ 0 h 24120"/>
                <a:gd name="textAreaBottom" fmla="*/ 24480 h 24120"/>
              </a:gdLst>
              <a:ahLst/>
              <a:cxnLst/>
              <a:rect l="textAreaLeft" t="textAreaTop" r="textAreaRight" b="textAreaBottom"/>
              <a:pathLst>
                <a:path w="388334" h="32194">
                  <a:moveTo>
                    <a:pt x="88011" y="0"/>
                  </a:moveTo>
                  <a:lnTo>
                    <a:pt x="16097" y="0"/>
                  </a:lnTo>
                  <a:cubicBezTo>
                    <a:pt x="7239" y="0"/>
                    <a:pt x="0" y="7239"/>
                    <a:pt x="0" y="16097"/>
                  </a:cubicBezTo>
                  <a:cubicBezTo>
                    <a:pt x="0" y="24955"/>
                    <a:pt x="7239" y="32195"/>
                    <a:pt x="16097" y="32195"/>
                  </a:cubicBezTo>
                  <a:lnTo>
                    <a:pt x="88011" y="32195"/>
                  </a:lnTo>
                  <a:cubicBezTo>
                    <a:pt x="96869" y="32195"/>
                    <a:pt x="104108" y="24955"/>
                    <a:pt x="104108" y="16097"/>
                  </a:cubicBezTo>
                  <a:cubicBezTo>
                    <a:pt x="104108" y="7239"/>
                    <a:pt x="96869" y="0"/>
                    <a:pt x="88011" y="0"/>
                  </a:cubicBezTo>
                  <a:close/>
                  <a:moveTo>
                    <a:pt x="230124" y="0"/>
                  </a:moveTo>
                  <a:lnTo>
                    <a:pt x="158210" y="0"/>
                  </a:lnTo>
                  <a:cubicBezTo>
                    <a:pt x="149352" y="0"/>
                    <a:pt x="142113" y="7239"/>
                    <a:pt x="142113" y="16097"/>
                  </a:cubicBezTo>
                  <a:cubicBezTo>
                    <a:pt x="142113" y="24955"/>
                    <a:pt x="149352" y="32195"/>
                    <a:pt x="158210" y="32195"/>
                  </a:cubicBezTo>
                  <a:lnTo>
                    <a:pt x="230124" y="32195"/>
                  </a:lnTo>
                  <a:cubicBezTo>
                    <a:pt x="238982" y="32195"/>
                    <a:pt x="246221" y="24955"/>
                    <a:pt x="246221" y="16097"/>
                  </a:cubicBezTo>
                  <a:cubicBezTo>
                    <a:pt x="246221" y="7239"/>
                    <a:pt x="238982" y="0"/>
                    <a:pt x="230124" y="0"/>
                  </a:cubicBezTo>
                  <a:close/>
                  <a:moveTo>
                    <a:pt x="372237" y="0"/>
                  </a:moveTo>
                  <a:lnTo>
                    <a:pt x="300323" y="0"/>
                  </a:lnTo>
                  <a:cubicBezTo>
                    <a:pt x="291465" y="0"/>
                    <a:pt x="284226" y="7239"/>
                    <a:pt x="284226" y="16097"/>
                  </a:cubicBezTo>
                  <a:cubicBezTo>
                    <a:pt x="284226" y="24955"/>
                    <a:pt x="291465" y="32195"/>
                    <a:pt x="300323" y="32195"/>
                  </a:cubicBezTo>
                  <a:lnTo>
                    <a:pt x="372237" y="32195"/>
                  </a:lnTo>
                  <a:cubicBezTo>
                    <a:pt x="381095" y="32195"/>
                    <a:pt x="388334" y="24955"/>
                    <a:pt x="388334" y="16097"/>
                  </a:cubicBezTo>
                  <a:cubicBezTo>
                    <a:pt x="388334" y="7239"/>
                    <a:pt x="381095" y="0"/>
                    <a:pt x="3722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2240" bIns="12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60" name="Google Shape;657;p21"/>
          <p:cNvGrpSpPr/>
          <p:nvPr/>
        </p:nvGrpSpPr>
        <p:grpSpPr>
          <a:xfrm>
            <a:off x="7976160" y="116280"/>
            <a:ext cx="1061640" cy="558720"/>
            <a:chOff x="7976160" y="116280"/>
            <a:chExt cx="1061640" cy="558720"/>
          </a:xfrm>
        </p:grpSpPr>
        <p:sp>
          <p:nvSpPr>
            <p:cNvPr id="461" name="Google Shape;658;p21"/>
            <p:cNvSpPr/>
            <p:nvPr/>
          </p:nvSpPr>
          <p:spPr>
            <a:xfrm>
              <a:off x="7976160" y="116280"/>
              <a:ext cx="1061640" cy="558720"/>
            </a:xfrm>
            <a:custGeom>
              <a:avLst/>
              <a:gdLst>
                <a:gd name="textAreaLeft" fmla="*/ 0 w 1061640"/>
                <a:gd name="textAreaRight" fmla="*/ 1062000 w 1061640"/>
                <a:gd name="textAreaTop" fmla="*/ 0 h 558720"/>
                <a:gd name="textAreaBottom" fmla="*/ 559080 h 558720"/>
              </a:gdLst>
              <a:ahLst/>
              <a:cxnLst/>
              <a:rect l="textAreaLeft" t="textAreaTop" r="textAreaRight" b="textAreaBottom"/>
              <a:pathLst>
                <a:path w="1262157" h="664368">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62" name="Google Shape;659;p21"/>
            <p:cNvGrpSpPr/>
            <p:nvPr/>
          </p:nvGrpSpPr>
          <p:grpSpPr>
            <a:xfrm>
              <a:off x="8325720" y="282960"/>
              <a:ext cx="281160" cy="319320"/>
              <a:chOff x="8325720" y="282960"/>
              <a:chExt cx="281160" cy="319320"/>
            </a:xfrm>
          </p:grpSpPr>
          <p:grpSp>
            <p:nvGrpSpPr>
              <p:cNvPr id="463" name="Google Shape;660;p21"/>
              <p:cNvGrpSpPr/>
              <p:nvPr/>
            </p:nvGrpSpPr>
            <p:grpSpPr>
              <a:xfrm>
                <a:off x="8325720" y="282960"/>
                <a:ext cx="281160" cy="319320"/>
                <a:chOff x="8325720" y="282960"/>
                <a:chExt cx="281160" cy="319320"/>
              </a:xfrm>
            </p:grpSpPr>
            <p:grpSp>
              <p:nvGrpSpPr>
                <p:cNvPr id="464" name="Google Shape;661;p21"/>
                <p:cNvGrpSpPr/>
                <p:nvPr/>
              </p:nvGrpSpPr>
              <p:grpSpPr>
                <a:xfrm>
                  <a:off x="8325720" y="481320"/>
                  <a:ext cx="281160" cy="120960"/>
                  <a:chOff x="8325720" y="481320"/>
                  <a:chExt cx="281160" cy="120960"/>
                </a:xfrm>
              </p:grpSpPr>
              <p:sp>
                <p:nvSpPr>
                  <p:cNvPr id="465" name="Google Shape;662;p21"/>
                  <p:cNvSpPr/>
                  <p:nvPr/>
                </p:nvSpPr>
                <p:spPr>
                  <a:xfrm>
                    <a:off x="8325720" y="50688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6" name="Google Shape;663;p21"/>
                  <p:cNvSpPr/>
                  <p:nvPr/>
                </p:nvSpPr>
                <p:spPr>
                  <a:xfrm>
                    <a:off x="8326080" y="48132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67" name="Google Shape;664;p21"/>
                <p:cNvGrpSpPr/>
                <p:nvPr/>
              </p:nvGrpSpPr>
              <p:grpSpPr>
                <a:xfrm>
                  <a:off x="8325720" y="381960"/>
                  <a:ext cx="281160" cy="120960"/>
                  <a:chOff x="8325720" y="381960"/>
                  <a:chExt cx="281160" cy="120960"/>
                </a:xfrm>
              </p:grpSpPr>
              <p:sp>
                <p:nvSpPr>
                  <p:cNvPr id="468" name="Google Shape;665;p21"/>
                  <p:cNvSpPr/>
                  <p:nvPr/>
                </p:nvSpPr>
                <p:spPr>
                  <a:xfrm>
                    <a:off x="8325720" y="40752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9" name="Google Shape;666;p21"/>
                  <p:cNvSpPr/>
                  <p:nvPr/>
                </p:nvSpPr>
                <p:spPr>
                  <a:xfrm>
                    <a:off x="8326080" y="38196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70" name="Google Shape;667;p21"/>
                <p:cNvGrpSpPr/>
                <p:nvPr/>
              </p:nvGrpSpPr>
              <p:grpSpPr>
                <a:xfrm>
                  <a:off x="8325720" y="282960"/>
                  <a:ext cx="281160" cy="120960"/>
                  <a:chOff x="8325720" y="282960"/>
                  <a:chExt cx="281160" cy="120960"/>
                </a:xfrm>
              </p:grpSpPr>
              <p:sp>
                <p:nvSpPr>
                  <p:cNvPr id="471" name="Google Shape;668;p21"/>
                  <p:cNvSpPr/>
                  <p:nvPr/>
                </p:nvSpPr>
                <p:spPr>
                  <a:xfrm>
                    <a:off x="8325720" y="30852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2" name="Google Shape;669;p21"/>
                  <p:cNvSpPr/>
                  <p:nvPr/>
                </p:nvSpPr>
                <p:spPr>
                  <a:xfrm>
                    <a:off x="8326080" y="28296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473" name="Google Shape;670;p21"/>
              <p:cNvSpPr/>
              <p:nvPr/>
            </p:nvSpPr>
            <p:spPr>
              <a:xfrm>
                <a:off x="8539920" y="34596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4" name="Google Shape;671;p21"/>
              <p:cNvSpPr/>
              <p:nvPr/>
            </p:nvSpPr>
            <p:spPr>
              <a:xfrm>
                <a:off x="8539920" y="44352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5" name="Google Shape;672;p21"/>
              <p:cNvSpPr/>
              <p:nvPr/>
            </p:nvSpPr>
            <p:spPr>
              <a:xfrm>
                <a:off x="8539920" y="54504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476" name="Google Shape;673;p21"/>
          <p:cNvGrpSpPr/>
          <p:nvPr/>
        </p:nvGrpSpPr>
        <p:grpSpPr>
          <a:xfrm>
            <a:off x="457560" y="4797720"/>
            <a:ext cx="217800" cy="15840"/>
            <a:chOff x="457560" y="4797720"/>
            <a:chExt cx="217800" cy="15840"/>
          </a:xfrm>
        </p:grpSpPr>
        <p:sp>
          <p:nvSpPr>
            <p:cNvPr id="477" name="Google Shape;674;p21"/>
            <p:cNvSpPr/>
            <p:nvPr/>
          </p:nvSpPr>
          <p:spPr>
            <a:xfrm rot="16200000" flipV="1">
              <a:off x="563400" y="4701240"/>
              <a:ext cx="5760" cy="202320"/>
            </a:xfrm>
            <a:custGeom>
              <a:avLst/>
              <a:gdLst>
                <a:gd name="textAreaLeft" fmla="*/ 0 w 5760"/>
                <a:gd name="textAreaRight" fmla="*/ 6120 w 5760"/>
                <a:gd name="textAreaTop" fmla="*/ 360 h 202320"/>
                <a:gd name="textAreaBottom" fmla="*/ 203040 h 202320"/>
              </a:gdLst>
              <a:ahLst/>
              <a:cxnLst/>
              <a:rect l="textAreaLeft" t="textAreaTop" r="textAreaRight" b="textAreaBottom"/>
              <a:pathLst>
                <a:path w="9525" h="307467">
                  <a:moveTo>
                    <a:pt x="-1" y="307467"/>
                  </a:moveTo>
                  <a:lnTo>
                    <a:pt x="-1" y="0"/>
                  </a:lnTo>
                </a:path>
              </a:pathLst>
            </a:custGeom>
            <a:solidFill>
              <a:schemeClr val="accent4"/>
            </a:solidFill>
            <a:ln w="10950">
              <a:solidFill>
                <a:srgbClr val="6F7082"/>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8" name="Google Shape;675;p21"/>
            <p:cNvSpPr/>
            <p:nvPr/>
          </p:nvSpPr>
          <p:spPr>
            <a:xfrm rot="16200000" flipV="1">
              <a:off x="457560" y="4797720"/>
              <a:ext cx="15840" cy="15840"/>
            </a:xfrm>
            <a:custGeom>
              <a:avLst/>
              <a:gdLst>
                <a:gd name="textAreaLeft" fmla="*/ 0 w 15840"/>
                <a:gd name="textAreaRight" fmla="*/ 16200 w 15840"/>
                <a:gd name="textAreaTop" fmla="*/ 360 h 15840"/>
                <a:gd name="textAreaBottom" fmla="*/ 16560 h 15840"/>
              </a:gdLst>
              <a:ahLst/>
              <a:cxnLst/>
              <a:rect l="textAreaLeft" t="textAreaTop" r="textAreaRight" b="textAreaBottom"/>
              <a:pathLst>
                <a:path w="24764" h="24765">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9" name="Google Shape;676;p21"/>
            <p:cNvSpPr/>
            <p:nvPr/>
          </p:nvSpPr>
          <p:spPr>
            <a:xfrm rot="16200000" flipV="1">
              <a:off x="659520" y="4797720"/>
              <a:ext cx="15840" cy="15840"/>
            </a:xfrm>
            <a:custGeom>
              <a:avLst/>
              <a:gdLst>
                <a:gd name="textAreaLeft" fmla="*/ 0 w 15840"/>
                <a:gd name="textAreaRight" fmla="*/ 16200 w 15840"/>
                <a:gd name="textAreaTop" fmla="*/ 360 h 15840"/>
                <a:gd name="textAreaBottom" fmla="*/ 16560 h 15840"/>
              </a:gdLst>
              <a:ahLst/>
              <a:cxnLst/>
              <a:rect l="textAreaLeft" t="textAreaTop" r="textAreaRight" b="textAreaBottom"/>
              <a:pathLst>
                <a:path w="24764" h="24764">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480" name="Google Shape;677;p21"/>
          <p:cNvSpPr/>
          <p:nvPr/>
        </p:nvSpPr>
        <p:spPr>
          <a:xfrm rot="21067200">
            <a:off x="7984080" y="4422600"/>
            <a:ext cx="1660680" cy="1342800"/>
          </a:xfrm>
          <a:custGeom>
            <a:avLst/>
            <a:gdLst>
              <a:gd name="textAreaLeft" fmla="*/ 0 w 1660680"/>
              <a:gd name="textAreaRight" fmla="*/ 1661040 w 1660680"/>
              <a:gd name="textAreaTop" fmla="*/ 0 h 1342800"/>
              <a:gd name="textAreaBottom" fmla="*/ 1343160 h 13428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1" name="Google Shape;678;p21"/>
          <p:cNvSpPr/>
          <p:nvPr/>
        </p:nvSpPr>
        <p:spPr>
          <a:xfrm rot="16454400" flipH="1">
            <a:off x="-1234800" y="72000"/>
            <a:ext cx="2404080" cy="1318320"/>
          </a:xfrm>
          <a:custGeom>
            <a:avLst/>
            <a:gdLst>
              <a:gd name="textAreaLeft" fmla="*/ -360 w 2404080"/>
              <a:gd name="textAreaRight" fmla="*/ 2404080 w 2404080"/>
              <a:gd name="textAreaTop" fmla="*/ 0 h 1318320"/>
              <a:gd name="textAreaBottom" fmla="*/ 1318680 h 1318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482" name="PlaceHolder 1"/>
          <p:cNvSpPr>
            <a:spLocks noGrp="1"/>
          </p:cNvSpPr>
          <p:nvPr>
            <p:ph type="title"/>
          </p:nvPr>
        </p:nvSpPr>
        <p:spPr>
          <a:xfrm>
            <a:off x="2347920" y="997200"/>
            <a:ext cx="4447800" cy="1058400"/>
          </a:xfrm>
          <a:prstGeom prst="rect">
            <a:avLst/>
          </a:prstGeom>
          <a:noFill/>
          <a:ln w="0">
            <a:noFill/>
          </a:ln>
        </p:spPr>
        <p:txBody>
          <a:bodyPr lIns="91440" tIns="91440" rIns="91440" bIns="91440" anchor="b">
            <a:noAutofit/>
          </a:bodyPr>
          <a:lstStyle/>
          <a:p>
            <a:pPr indent="0">
              <a:buNone/>
            </a:pPr>
            <a:r>
              <a:rPr lang="fr-FR" sz="8500" b="0" u="none" strike="noStrike">
                <a:solidFill>
                  <a:schemeClr val="dk1"/>
                </a:solidFill>
                <a:effectLst/>
                <a:uFillTx/>
                <a:latin typeface="Arial"/>
              </a:rPr>
              <a:t>Click to edit the title text format</a:t>
            </a:r>
          </a:p>
        </p:txBody>
      </p:sp>
      <p:sp>
        <p:nvSpPr>
          <p:cNvPr id="483" name="Google Shape;682;p22"/>
          <p:cNvSpPr/>
          <p:nvPr/>
        </p:nvSpPr>
        <p:spPr>
          <a:xfrm>
            <a:off x="2099160" y="3611880"/>
            <a:ext cx="494532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defTabSz="914400">
              <a:lnSpc>
                <a:spcPct val="100000"/>
              </a:lnSpc>
              <a:spcBef>
                <a:spcPts val="300"/>
              </a:spcBef>
              <a:tabLst>
                <a:tab pos="0" algn="l"/>
              </a:tabLst>
            </a:pPr>
            <a:r>
              <a:rPr lang="en" sz="1200" b="1" u="none" strike="noStrike">
                <a:solidFill>
                  <a:schemeClr val="dk1"/>
                </a:solidFill>
                <a:effectLst/>
                <a:uFillTx/>
                <a:latin typeface="Open Sans"/>
                <a:ea typeface="Open Sans"/>
              </a:rPr>
              <a:t>CREDITS:</a:t>
            </a:r>
            <a:r>
              <a:rPr lang="en" sz="1200" b="0" u="none" strike="noStrike">
                <a:solidFill>
                  <a:schemeClr val="dk1"/>
                </a:solidFill>
                <a:effectLst/>
                <a:uFillTx/>
                <a:latin typeface="Open Sans"/>
                <a:ea typeface="Open Sans"/>
              </a:rPr>
              <a:t> This presentation template was created by </a:t>
            </a:r>
            <a:r>
              <a:rPr lang="en" sz="1200" b="1" u="sng" strike="noStrike">
                <a:solidFill>
                  <a:schemeClr val="hlink"/>
                </a:solidFill>
                <a:effectLst/>
                <a:uFillTx/>
                <a:latin typeface="Open Sans"/>
                <a:ea typeface="Open Sans"/>
                <a:hlinkClick r:id="rId2"/>
              </a:rPr>
              <a:t>Slidesgo</a:t>
            </a:r>
            <a:r>
              <a:rPr lang="en" sz="1200" b="0" u="none" strike="noStrike">
                <a:solidFill>
                  <a:schemeClr val="dk1"/>
                </a:solidFill>
                <a:effectLst/>
                <a:uFillTx/>
                <a:latin typeface="Open Sans"/>
                <a:ea typeface="Open Sans"/>
              </a:rPr>
              <a:t>, and includes icons, infographics &amp; images by </a:t>
            </a:r>
            <a:r>
              <a:rPr lang="en" sz="1200" b="1" u="sng" strike="noStrike">
                <a:solidFill>
                  <a:schemeClr val="dk1"/>
                </a:solidFill>
                <a:effectLst/>
                <a:uFillTx/>
                <a:latin typeface="Open Sans"/>
                <a:ea typeface="Open Sans"/>
                <a:hlinkClick r:id="rId3"/>
              </a:rPr>
              <a:t>Freepik</a:t>
            </a:r>
            <a:r>
              <a:rPr lang="en" sz="1200" b="0" u="sng" strike="noStrike">
                <a:solidFill>
                  <a:schemeClr val="dk1"/>
                </a:solidFill>
                <a:effectLst/>
                <a:uFillTx/>
                <a:latin typeface="Open Sans"/>
                <a:ea typeface="Open Sans"/>
              </a:rPr>
              <a:t> </a:t>
            </a:r>
            <a:endParaRPr lang="en-US" sz="1200" b="0" u="none" strike="noStrike">
              <a:solidFill>
                <a:srgbClr val="000000"/>
              </a:solidFill>
              <a:effectLst/>
              <a:uFillTx/>
              <a:latin typeface="OpenSymbol"/>
            </a:endParaRPr>
          </a:p>
        </p:txBody>
      </p:sp>
      <p:sp>
        <p:nvSpPr>
          <p:cNvPr id="484" name="Google Shape;683;p22"/>
          <p:cNvSpPr/>
          <p:nvPr/>
        </p:nvSpPr>
        <p:spPr>
          <a:xfrm rot="19107000" flipH="1">
            <a:off x="-1086480" y="-570240"/>
            <a:ext cx="2902680" cy="2346840"/>
          </a:xfrm>
          <a:custGeom>
            <a:avLst/>
            <a:gdLst>
              <a:gd name="textAreaLeft" fmla="*/ -360 w 2902680"/>
              <a:gd name="textAreaRight" fmla="*/ 2902680 w 2902680"/>
              <a:gd name="textAreaTop" fmla="*/ 0 h 2346840"/>
              <a:gd name="textAreaBottom" fmla="*/ 2347200 h 23468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5" name="Google Shape;684;p22"/>
          <p:cNvSpPr/>
          <p:nvPr/>
        </p:nvSpPr>
        <p:spPr>
          <a:xfrm rot="16548600" flipH="1">
            <a:off x="7227360" y="3451320"/>
            <a:ext cx="2997360" cy="2575800"/>
          </a:xfrm>
          <a:custGeom>
            <a:avLst/>
            <a:gdLst>
              <a:gd name="textAreaLeft" fmla="*/ 360 w 2997360"/>
              <a:gd name="textAreaRight" fmla="*/ 2998080 w 2997360"/>
              <a:gd name="textAreaTop" fmla="*/ 0 h 2575800"/>
              <a:gd name="textAreaBottom" fmla="*/ 2576160 h 257580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6" name="Google Shape;685;p22"/>
          <p:cNvSpPr/>
          <p:nvPr/>
        </p:nvSpPr>
        <p:spPr>
          <a:xfrm rot="460800" flipH="1">
            <a:off x="178560" y="3742560"/>
            <a:ext cx="1359360" cy="1222200"/>
          </a:xfrm>
          <a:custGeom>
            <a:avLst/>
            <a:gdLst>
              <a:gd name="textAreaLeft" fmla="*/ 360 w 1359360"/>
              <a:gd name="textAreaRight" fmla="*/ 1360080 w 1359360"/>
              <a:gd name="textAreaTop" fmla="*/ 0 h 1222200"/>
              <a:gd name="textAreaBottom" fmla="*/ 1222560 h 12222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7" name="Google Shape;686;p22"/>
          <p:cNvSpPr/>
          <p:nvPr/>
        </p:nvSpPr>
        <p:spPr>
          <a:xfrm rot="460800" flipH="1">
            <a:off x="6682320" y="-2073960"/>
            <a:ext cx="4086720" cy="3304440"/>
          </a:xfrm>
          <a:custGeom>
            <a:avLst/>
            <a:gdLst>
              <a:gd name="textAreaLeft" fmla="*/ 360 w 4086720"/>
              <a:gd name="textAreaRight" fmla="*/ 4087440 w 4086720"/>
              <a:gd name="textAreaTop" fmla="*/ 0 h 3304440"/>
              <a:gd name="textAreaBottom" fmla="*/ 3304800 h 33044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sp>
        <p:nvSpPr>
          <p:cNvPr id="488" name="Google Shape;688;p23"/>
          <p:cNvSpPr/>
          <p:nvPr/>
        </p:nvSpPr>
        <p:spPr>
          <a:xfrm rot="19699800" flipH="1">
            <a:off x="-500400" y="-435960"/>
            <a:ext cx="1729080" cy="1397880"/>
          </a:xfrm>
          <a:custGeom>
            <a:avLst/>
            <a:gdLst>
              <a:gd name="textAreaLeft" fmla="*/ -360 w 1729080"/>
              <a:gd name="textAreaRight" fmla="*/ 1729080 w 1729080"/>
              <a:gd name="textAreaTop" fmla="*/ 0 h 1397880"/>
              <a:gd name="textAreaBottom" fmla="*/ 1398240 h 139788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9" name="Google Shape;689;p23"/>
          <p:cNvSpPr/>
          <p:nvPr/>
        </p:nvSpPr>
        <p:spPr>
          <a:xfrm rot="18336600" flipH="1">
            <a:off x="5846760" y="3927960"/>
            <a:ext cx="2997360" cy="2575800"/>
          </a:xfrm>
          <a:custGeom>
            <a:avLst/>
            <a:gdLst>
              <a:gd name="textAreaLeft" fmla="*/ 360 w 2997360"/>
              <a:gd name="textAreaRight" fmla="*/ 2998080 w 2997360"/>
              <a:gd name="textAreaTop" fmla="*/ 0 h 2575800"/>
              <a:gd name="textAreaBottom" fmla="*/ 2576160 h 257580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0" name="Google Shape;690;p23"/>
          <p:cNvSpPr/>
          <p:nvPr/>
        </p:nvSpPr>
        <p:spPr>
          <a:xfrm rot="460800" flipH="1">
            <a:off x="6386400" y="-1517040"/>
            <a:ext cx="4086720" cy="3304440"/>
          </a:xfrm>
          <a:custGeom>
            <a:avLst/>
            <a:gdLst>
              <a:gd name="textAreaLeft" fmla="*/ 360 w 4086720"/>
              <a:gd name="textAreaRight" fmla="*/ 4087440 w 4086720"/>
              <a:gd name="textAreaTop" fmla="*/ 0 h 3304440"/>
              <a:gd name="textAreaBottom" fmla="*/ 3304800 h 33044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1" name="Google Shape;691;p23"/>
          <p:cNvSpPr/>
          <p:nvPr/>
        </p:nvSpPr>
        <p:spPr>
          <a:xfrm rot="531600" flipH="1">
            <a:off x="-1223640" y="3829320"/>
            <a:ext cx="2902680" cy="2346840"/>
          </a:xfrm>
          <a:custGeom>
            <a:avLst/>
            <a:gdLst>
              <a:gd name="textAreaLeft" fmla="*/ -360 w 2902680"/>
              <a:gd name="textAreaRight" fmla="*/ 2902680 w 2902680"/>
              <a:gd name="textAreaTop" fmla="*/ 0 h 2346840"/>
              <a:gd name="textAreaBottom" fmla="*/ 2347200 h 23468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92" name="Google Shape;692;p23"/>
          <p:cNvGrpSpPr/>
          <p:nvPr/>
        </p:nvGrpSpPr>
        <p:grpSpPr>
          <a:xfrm>
            <a:off x="7931880" y="177120"/>
            <a:ext cx="997560" cy="736560"/>
            <a:chOff x="7931880" y="177120"/>
            <a:chExt cx="997560" cy="736560"/>
          </a:xfrm>
        </p:grpSpPr>
        <p:grpSp>
          <p:nvGrpSpPr>
            <p:cNvPr id="493" name="Google Shape;693;p23"/>
            <p:cNvGrpSpPr/>
            <p:nvPr/>
          </p:nvGrpSpPr>
          <p:grpSpPr>
            <a:xfrm>
              <a:off x="7931880" y="177120"/>
              <a:ext cx="919440" cy="317520"/>
              <a:chOff x="7931880" y="177120"/>
              <a:chExt cx="919440" cy="317520"/>
            </a:xfrm>
          </p:grpSpPr>
          <p:sp>
            <p:nvSpPr>
              <p:cNvPr id="494" name="Google Shape;694;p23"/>
              <p:cNvSpPr/>
              <p:nvPr/>
            </p:nvSpPr>
            <p:spPr>
              <a:xfrm>
                <a:off x="7931880" y="17712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5" name="Google Shape;695;p23"/>
              <p:cNvSpPr/>
              <p:nvPr/>
            </p:nvSpPr>
            <p:spPr>
              <a:xfrm>
                <a:off x="8011800" y="22824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0" y="0"/>
                    </a:moveTo>
                    <a:lnTo>
                      <a:pt x="151161" y="0"/>
                    </a:lnTo>
                    <a:lnTo>
                      <a:pt x="151161" y="151162"/>
                    </a:lnTo>
                    <a:lnTo>
                      <a:pt x="0" y="151162"/>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96" name="Google Shape;696;p23"/>
              <p:cNvGrpSpPr/>
              <p:nvPr/>
            </p:nvGrpSpPr>
            <p:grpSpPr>
              <a:xfrm>
                <a:off x="8292960" y="234360"/>
                <a:ext cx="467280" cy="200880"/>
                <a:chOff x="8292960" y="234360"/>
                <a:chExt cx="467280" cy="200880"/>
              </a:xfrm>
            </p:grpSpPr>
            <p:sp>
              <p:nvSpPr>
                <p:cNvPr id="497" name="Google Shape;697;p23"/>
                <p:cNvSpPr/>
                <p:nvPr/>
              </p:nvSpPr>
              <p:spPr>
                <a:xfrm>
                  <a:off x="8292960" y="23436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8" name="Google Shape;698;p23"/>
                <p:cNvSpPr/>
                <p:nvPr/>
              </p:nvSpPr>
              <p:spPr>
                <a:xfrm>
                  <a:off x="8292960" y="291960"/>
                  <a:ext cx="408600" cy="28440"/>
                </a:xfrm>
                <a:custGeom>
                  <a:avLst/>
                  <a:gdLst>
                    <a:gd name="textAreaLeft" fmla="*/ 0 w 408600"/>
                    <a:gd name="textAreaRight" fmla="*/ 408960 w 408600"/>
                    <a:gd name="textAreaTop" fmla="*/ 0 h 28440"/>
                    <a:gd name="textAreaBottom" fmla="*/ 28800 h 28440"/>
                  </a:gdLst>
                  <a:ahLst/>
                  <a:cxnLst/>
                  <a:rect l="textAreaLeft" t="textAreaTop" r="textAreaRight" b="textAreaBottom"/>
                  <a:pathLst>
                    <a:path w="290322" h="20383">
                      <a:moveTo>
                        <a:pt x="0" y="0"/>
                      </a:moveTo>
                      <a:lnTo>
                        <a:pt x="290322" y="0"/>
                      </a:lnTo>
                      <a:lnTo>
                        <a:pt x="290322"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9" name="Google Shape;699;p23"/>
                <p:cNvSpPr/>
                <p:nvPr/>
              </p:nvSpPr>
              <p:spPr>
                <a:xfrm>
                  <a:off x="8292960" y="349200"/>
                  <a:ext cx="427680" cy="28440"/>
                </a:xfrm>
                <a:custGeom>
                  <a:avLst/>
                  <a:gdLst>
                    <a:gd name="textAreaLeft" fmla="*/ 0 w 427680"/>
                    <a:gd name="textAreaRight" fmla="*/ 428040 w 427680"/>
                    <a:gd name="textAreaTop" fmla="*/ 0 h 28440"/>
                    <a:gd name="textAreaBottom" fmla="*/ 28800 h 28440"/>
                  </a:gdLst>
                  <a:ahLst/>
                  <a:cxnLst/>
                  <a:rect l="textAreaLeft" t="textAreaTop" r="textAreaRight" b="textAreaBottom"/>
                  <a:pathLst>
                    <a:path w="303942" h="20383">
                      <a:moveTo>
                        <a:pt x="0" y="0"/>
                      </a:moveTo>
                      <a:lnTo>
                        <a:pt x="303942" y="0"/>
                      </a:lnTo>
                      <a:lnTo>
                        <a:pt x="303942"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0" name="Google Shape;700;p23"/>
                <p:cNvSpPr/>
                <p:nvPr/>
              </p:nvSpPr>
              <p:spPr>
                <a:xfrm>
                  <a:off x="8292960" y="40680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501" name="Google Shape;701;p23"/>
            <p:cNvGrpSpPr/>
            <p:nvPr/>
          </p:nvGrpSpPr>
          <p:grpSpPr>
            <a:xfrm>
              <a:off x="7931880" y="596160"/>
              <a:ext cx="919440" cy="317520"/>
              <a:chOff x="7931880" y="596160"/>
              <a:chExt cx="919440" cy="317520"/>
            </a:xfrm>
          </p:grpSpPr>
          <p:grpSp>
            <p:nvGrpSpPr>
              <p:cNvPr id="502" name="Google Shape;702;p23"/>
              <p:cNvGrpSpPr/>
              <p:nvPr/>
            </p:nvGrpSpPr>
            <p:grpSpPr>
              <a:xfrm>
                <a:off x="7931880" y="596160"/>
                <a:ext cx="919440" cy="317520"/>
                <a:chOff x="7931880" y="596160"/>
                <a:chExt cx="919440" cy="317520"/>
              </a:xfrm>
            </p:grpSpPr>
            <p:sp>
              <p:nvSpPr>
                <p:cNvPr id="503" name="Google Shape;703;p23"/>
                <p:cNvSpPr/>
                <p:nvPr/>
              </p:nvSpPr>
              <p:spPr>
                <a:xfrm>
                  <a:off x="7931880" y="59616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4" name="Google Shape;704;p23"/>
                <p:cNvSpPr/>
                <p:nvPr/>
              </p:nvSpPr>
              <p:spPr>
                <a:xfrm>
                  <a:off x="8011800" y="64764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75534" y="151162"/>
                      </a:moveTo>
                      <a:lnTo>
                        <a:pt x="75534" y="151162"/>
                      </a:lnTo>
                      <a:cubicBezTo>
                        <a:pt x="33814" y="151162"/>
                        <a:pt x="0" y="117348"/>
                        <a:pt x="0" y="75629"/>
                      </a:cubicBezTo>
                      <a:lnTo>
                        <a:pt x="0" y="75629"/>
                      </a:lnTo>
                      <a:cubicBezTo>
                        <a:pt x="0" y="33909"/>
                        <a:pt x="33814" y="0"/>
                        <a:pt x="75534" y="0"/>
                      </a:cubicBezTo>
                      <a:lnTo>
                        <a:pt x="75534" y="0"/>
                      </a:lnTo>
                      <a:cubicBezTo>
                        <a:pt x="117253" y="0"/>
                        <a:pt x="151162" y="33814"/>
                        <a:pt x="151162" y="75533"/>
                      </a:cubicBezTo>
                      <a:lnTo>
                        <a:pt x="151162" y="75533"/>
                      </a:lnTo>
                      <a:cubicBezTo>
                        <a:pt x="151162" y="117253"/>
                        <a:pt x="117348" y="151162"/>
                        <a:pt x="75534" y="15116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05" name="Google Shape;705;p23"/>
                <p:cNvGrpSpPr/>
                <p:nvPr/>
              </p:nvGrpSpPr>
              <p:grpSpPr>
                <a:xfrm>
                  <a:off x="8292960" y="653400"/>
                  <a:ext cx="467280" cy="200880"/>
                  <a:chOff x="8292960" y="653400"/>
                  <a:chExt cx="467280" cy="200880"/>
                </a:xfrm>
              </p:grpSpPr>
              <p:sp>
                <p:nvSpPr>
                  <p:cNvPr id="506" name="Google Shape;706;p23"/>
                  <p:cNvSpPr/>
                  <p:nvPr/>
                </p:nvSpPr>
                <p:spPr>
                  <a:xfrm>
                    <a:off x="8320320" y="653400"/>
                    <a:ext cx="394200" cy="28440"/>
                  </a:xfrm>
                  <a:custGeom>
                    <a:avLst/>
                    <a:gdLst>
                      <a:gd name="textAreaLeft" fmla="*/ 0 w 394200"/>
                      <a:gd name="textAreaRight" fmla="*/ 394560 w 394200"/>
                      <a:gd name="textAreaTop" fmla="*/ 0 h 28440"/>
                      <a:gd name="textAreaBottom" fmla="*/ 28800 h 28440"/>
                    </a:gdLst>
                    <a:ahLst/>
                    <a:cxnLst/>
                    <a:rect l="textAreaLeft" t="textAreaTop" r="textAreaRight" b="textAreaBottom"/>
                    <a:pathLst>
                      <a:path w="280034" h="20383">
                        <a:moveTo>
                          <a:pt x="0" y="0"/>
                        </a:moveTo>
                        <a:lnTo>
                          <a:pt x="280035" y="0"/>
                        </a:lnTo>
                        <a:lnTo>
                          <a:pt x="28003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7" name="Google Shape;707;p23"/>
                  <p:cNvSpPr/>
                  <p:nvPr/>
                </p:nvSpPr>
                <p:spPr>
                  <a:xfrm>
                    <a:off x="8292960" y="711000"/>
                    <a:ext cx="288720" cy="28440"/>
                  </a:xfrm>
                  <a:custGeom>
                    <a:avLst/>
                    <a:gdLst>
                      <a:gd name="textAreaLeft" fmla="*/ 0 w 288720"/>
                      <a:gd name="textAreaRight" fmla="*/ 289080 w 288720"/>
                      <a:gd name="textAreaTop" fmla="*/ 0 h 28440"/>
                      <a:gd name="textAreaBottom" fmla="*/ 28800 h 28440"/>
                    </a:gdLst>
                    <a:ahLst/>
                    <a:cxnLst/>
                    <a:rect l="textAreaLeft" t="textAreaTop" r="textAreaRight" b="textAreaBottom"/>
                    <a:pathLst>
                      <a:path w="205073" h="20383">
                        <a:moveTo>
                          <a:pt x="0" y="0"/>
                        </a:moveTo>
                        <a:lnTo>
                          <a:pt x="205073" y="0"/>
                        </a:lnTo>
                        <a:lnTo>
                          <a:pt x="205073"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8" name="Google Shape;708;p23"/>
                  <p:cNvSpPr/>
                  <p:nvPr/>
                </p:nvSpPr>
                <p:spPr>
                  <a:xfrm>
                    <a:off x="8292960" y="76824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9" name="Google Shape;709;p23"/>
                  <p:cNvSpPr/>
                  <p:nvPr/>
                </p:nvSpPr>
                <p:spPr>
                  <a:xfrm>
                    <a:off x="8292960" y="82584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510" name="Google Shape;710;p23"/>
              <p:cNvSpPr/>
              <p:nvPr/>
            </p:nvSpPr>
            <p:spPr>
              <a:xfrm>
                <a:off x="8083080" y="706680"/>
                <a:ext cx="71280" cy="84960"/>
              </a:xfrm>
              <a:custGeom>
                <a:avLst/>
                <a:gdLst>
                  <a:gd name="textAreaLeft" fmla="*/ 0 w 71280"/>
                  <a:gd name="textAreaRight" fmla="*/ 71640 w 71280"/>
                  <a:gd name="textAreaTop" fmla="*/ 0 h 84960"/>
                  <a:gd name="textAreaBottom" fmla="*/ 85320 h 84960"/>
                </a:gdLst>
                <a:ahLst/>
                <a:cxnLst/>
                <a:rect l="textAreaLeft" t="textAreaTop" r="textAreaRight" b="textAreaBottom"/>
                <a:pathLst>
                  <a:path w="50734" h="60632">
                    <a:moveTo>
                      <a:pt x="0" y="4892"/>
                    </a:moveTo>
                    <a:lnTo>
                      <a:pt x="0" y="55851"/>
                    </a:lnTo>
                    <a:cubicBezTo>
                      <a:pt x="0" y="59566"/>
                      <a:pt x="4001" y="61851"/>
                      <a:pt x="7239" y="59947"/>
                    </a:cubicBezTo>
                    <a:lnTo>
                      <a:pt x="48387" y="35563"/>
                    </a:lnTo>
                    <a:cubicBezTo>
                      <a:pt x="51435" y="33753"/>
                      <a:pt x="51531" y="29371"/>
                      <a:pt x="48578" y="27371"/>
                    </a:cubicBezTo>
                    <a:lnTo>
                      <a:pt x="7430" y="796"/>
                    </a:lnTo>
                    <a:cubicBezTo>
                      <a:pt x="4191" y="-1299"/>
                      <a:pt x="0" y="987"/>
                      <a:pt x="0" y="4797"/>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11" name="Google Shape;711;p23"/>
            <p:cNvGrpSpPr/>
            <p:nvPr/>
          </p:nvGrpSpPr>
          <p:grpSpPr>
            <a:xfrm>
              <a:off x="8756280" y="539640"/>
              <a:ext cx="173160" cy="112320"/>
              <a:chOff x="8756280" y="539640"/>
              <a:chExt cx="173160" cy="112320"/>
            </a:xfrm>
          </p:grpSpPr>
          <p:grpSp>
            <p:nvGrpSpPr>
              <p:cNvPr id="512" name="Google Shape;712;p23"/>
              <p:cNvGrpSpPr/>
              <p:nvPr/>
            </p:nvGrpSpPr>
            <p:grpSpPr>
              <a:xfrm>
                <a:off x="8756280" y="553320"/>
                <a:ext cx="173160" cy="89640"/>
                <a:chOff x="8756280" y="553320"/>
                <a:chExt cx="173160" cy="89640"/>
              </a:xfrm>
            </p:grpSpPr>
            <p:sp>
              <p:nvSpPr>
                <p:cNvPr id="513" name="Google Shape;713;p23"/>
                <p:cNvSpPr/>
                <p:nvPr/>
              </p:nvSpPr>
              <p:spPr>
                <a:xfrm>
                  <a:off x="8756280" y="553320"/>
                  <a:ext cx="173160" cy="89640"/>
                </a:xfrm>
                <a:custGeom>
                  <a:avLst/>
                  <a:gdLst>
                    <a:gd name="textAreaLeft" fmla="*/ 0 w 173160"/>
                    <a:gd name="textAreaRight" fmla="*/ 173520 w 173160"/>
                    <a:gd name="textAreaTop" fmla="*/ 0 h 89640"/>
                    <a:gd name="textAreaBottom" fmla="*/ 90000 h 89640"/>
                  </a:gdLst>
                  <a:ahLst/>
                  <a:cxnLst/>
                  <a:rect l="textAreaLeft" t="textAreaTop" r="textAreaRight" b="textAreaBottom"/>
                  <a:pathLst>
                    <a:path w="123062" h="63817">
                      <a:moveTo>
                        <a:pt x="61531" y="63817"/>
                      </a:moveTo>
                      <a:cubicBezTo>
                        <a:pt x="86963" y="63817"/>
                        <a:pt x="109442" y="51244"/>
                        <a:pt x="123063" y="31909"/>
                      </a:cubicBezTo>
                      <a:cubicBezTo>
                        <a:pt x="109442" y="12573"/>
                        <a:pt x="86963" y="0"/>
                        <a:pt x="61531" y="0"/>
                      </a:cubicBezTo>
                      <a:cubicBezTo>
                        <a:pt x="36100" y="0"/>
                        <a:pt x="13621" y="12573"/>
                        <a:pt x="0" y="31909"/>
                      </a:cubicBezTo>
                      <a:cubicBezTo>
                        <a:pt x="13621" y="51244"/>
                        <a:pt x="36100" y="63817"/>
                        <a:pt x="61531" y="63817"/>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4" name="Google Shape;714;p23"/>
                <p:cNvSpPr/>
                <p:nvPr/>
              </p:nvSpPr>
              <p:spPr>
                <a:xfrm>
                  <a:off x="8815320" y="570600"/>
                  <a:ext cx="55080" cy="55080"/>
                </a:xfrm>
                <a:custGeom>
                  <a:avLst/>
                  <a:gdLst>
                    <a:gd name="textAreaLeft" fmla="*/ 0 w 55080"/>
                    <a:gd name="textAreaRight" fmla="*/ 55440 w 55080"/>
                    <a:gd name="textAreaTop" fmla="*/ 0 h 55080"/>
                    <a:gd name="textAreaBottom" fmla="*/ 55440 h 55080"/>
                  </a:gdLst>
                  <a:ahLst/>
                  <a:cxnLst/>
                  <a:rect l="textAreaLeft" t="textAreaTop" r="textAreaRight" b="textAreaBottom"/>
                  <a:pathLst>
                    <a:path w="39242" h="39243">
                      <a:moveTo>
                        <a:pt x="39243" y="19621"/>
                      </a:moveTo>
                      <a:cubicBezTo>
                        <a:pt x="39243" y="30458"/>
                        <a:pt x="30458" y="39243"/>
                        <a:pt x="19621" y="39243"/>
                      </a:cubicBezTo>
                      <a:cubicBezTo>
                        <a:pt x="8785" y="39243"/>
                        <a:pt x="0" y="30458"/>
                        <a:pt x="0" y="19621"/>
                      </a:cubicBezTo>
                      <a:cubicBezTo>
                        <a:pt x="0" y="8785"/>
                        <a:pt x="8785" y="0"/>
                        <a:pt x="19621" y="0"/>
                      </a:cubicBezTo>
                      <a:cubicBezTo>
                        <a:pt x="30458" y="0"/>
                        <a:pt x="39243" y="8785"/>
                        <a:pt x="39243" y="1962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720" bIns="27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515" name="Google Shape;715;p23"/>
              <p:cNvSpPr/>
              <p:nvPr/>
            </p:nvSpPr>
            <p:spPr>
              <a:xfrm rot="18900000">
                <a:off x="8768880" y="588960"/>
                <a:ext cx="145440" cy="13320"/>
              </a:xfrm>
              <a:custGeom>
                <a:avLst/>
                <a:gdLst>
                  <a:gd name="textAreaLeft" fmla="*/ 0 w 145440"/>
                  <a:gd name="textAreaRight" fmla="*/ 145800 w 145440"/>
                  <a:gd name="textAreaTop" fmla="*/ 0 h 13320"/>
                  <a:gd name="textAreaBottom" fmla="*/ 13680 h 13320"/>
                </a:gdLst>
                <a:ahLst/>
                <a:cxnLst/>
                <a:rect l="textAreaLeft" t="textAreaTop" r="textAreaRight" b="textAreaBottom"/>
                <a:pathLst>
                  <a:path w="103346" h="9715">
                    <a:moveTo>
                      <a:pt x="0" y="0"/>
                    </a:moveTo>
                    <a:lnTo>
                      <a:pt x="103346" y="0"/>
                    </a:lnTo>
                    <a:lnTo>
                      <a:pt x="103346" y="9716"/>
                    </a:lnTo>
                    <a:lnTo>
                      <a:pt x="0" y="9716"/>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CUSTOM_9_1">
    <p:bg>
      <p:bgPr>
        <a:solidFill>
          <a:schemeClr val="lt1"/>
        </a:solidFill>
        <a:effectLst/>
      </p:bgPr>
    </p:bg>
    <p:spTree>
      <p:nvGrpSpPr>
        <p:cNvPr id="1" name=""/>
        <p:cNvGrpSpPr/>
        <p:nvPr/>
      </p:nvGrpSpPr>
      <p:grpSpPr>
        <a:xfrm>
          <a:off x="0" y="0"/>
          <a:ext cx="0" cy="0"/>
          <a:chOff x="0" y="0"/>
          <a:chExt cx="0" cy="0"/>
        </a:xfrm>
      </p:grpSpPr>
      <p:sp>
        <p:nvSpPr>
          <p:cNvPr id="516" name="Google Shape;717;p24"/>
          <p:cNvSpPr/>
          <p:nvPr/>
        </p:nvSpPr>
        <p:spPr>
          <a:xfrm rot="8820000" flipH="1">
            <a:off x="7035120" y="3934080"/>
            <a:ext cx="3158280" cy="2509200"/>
          </a:xfrm>
          <a:custGeom>
            <a:avLst/>
            <a:gdLst>
              <a:gd name="textAreaLeft" fmla="*/ -360 w 3158280"/>
              <a:gd name="textAreaRight" fmla="*/ 3158280 w 3158280"/>
              <a:gd name="textAreaTop" fmla="*/ 0 h 2509200"/>
              <a:gd name="textAreaBottom" fmla="*/ 2509560 h 25092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7" name="Google Shape;718;p24"/>
          <p:cNvSpPr/>
          <p:nvPr/>
        </p:nvSpPr>
        <p:spPr>
          <a:xfrm rot="17943000" flipH="1">
            <a:off x="-1336680" y="-858960"/>
            <a:ext cx="2745360" cy="1921320"/>
          </a:xfrm>
          <a:custGeom>
            <a:avLst/>
            <a:gdLst>
              <a:gd name="textAreaLeft" fmla="*/ 360 w 2745360"/>
              <a:gd name="textAreaRight" fmla="*/ 2746080 w 2745360"/>
              <a:gd name="textAreaTop" fmla="*/ 0 h 1921320"/>
              <a:gd name="textAreaBottom" fmla="*/ 1921680 h 1921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518" name="Google Shape;719;p24"/>
          <p:cNvGrpSpPr/>
          <p:nvPr/>
        </p:nvGrpSpPr>
        <p:grpSpPr>
          <a:xfrm>
            <a:off x="65160" y="4372920"/>
            <a:ext cx="877680" cy="654480"/>
            <a:chOff x="65160" y="4372920"/>
            <a:chExt cx="877680" cy="654480"/>
          </a:xfrm>
        </p:grpSpPr>
        <p:grpSp>
          <p:nvGrpSpPr>
            <p:cNvPr id="519" name="Google Shape;720;p24"/>
            <p:cNvGrpSpPr/>
            <p:nvPr/>
          </p:nvGrpSpPr>
          <p:grpSpPr>
            <a:xfrm>
              <a:off x="65160" y="4372920"/>
              <a:ext cx="877680" cy="654480"/>
              <a:chOff x="65160" y="4372920"/>
              <a:chExt cx="877680" cy="654480"/>
            </a:xfrm>
          </p:grpSpPr>
          <p:sp>
            <p:nvSpPr>
              <p:cNvPr id="520" name="Google Shape;721;p24"/>
              <p:cNvSpPr/>
              <p:nvPr/>
            </p:nvSpPr>
            <p:spPr>
              <a:xfrm>
                <a:off x="260640" y="437292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1" name="Google Shape;722;p24"/>
              <p:cNvSpPr/>
              <p:nvPr/>
            </p:nvSpPr>
            <p:spPr>
              <a:xfrm>
                <a:off x="162720" y="447084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2" name="Google Shape;723;p24"/>
              <p:cNvSpPr/>
              <p:nvPr/>
            </p:nvSpPr>
            <p:spPr>
              <a:xfrm>
                <a:off x="65160" y="456876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523" name="Google Shape;724;p24"/>
            <p:cNvSpPr/>
            <p:nvPr/>
          </p:nvSpPr>
          <p:spPr>
            <a:xfrm>
              <a:off x="354240" y="4783320"/>
              <a:ext cx="105120" cy="125280"/>
            </a:xfrm>
            <a:custGeom>
              <a:avLst/>
              <a:gdLst>
                <a:gd name="textAreaLeft" fmla="*/ 0 w 105120"/>
                <a:gd name="textAreaRight" fmla="*/ 105480 w 105120"/>
                <a:gd name="textAreaTop" fmla="*/ 0 h 125280"/>
                <a:gd name="textAreaBottom" fmla="*/ 125640 h 125280"/>
              </a:gdLst>
              <a:ahLst/>
              <a:cxnLst/>
              <a:rect l="textAreaLeft" t="textAreaTop" r="textAreaRight" b="textAreaBottom"/>
              <a:pathLst>
                <a:path w="68735" h="82063">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24" name="Google Shape;725;p24"/>
          <p:cNvGrpSpPr/>
          <p:nvPr/>
        </p:nvGrpSpPr>
        <p:grpSpPr>
          <a:xfrm>
            <a:off x="8115120" y="266760"/>
            <a:ext cx="829800" cy="750600"/>
            <a:chOff x="8115120" y="266760"/>
            <a:chExt cx="829800" cy="750600"/>
          </a:xfrm>
        </p:grpSpPr>
        <p:grpSp>
          <p:nvGrpSpPr>
            <p:cNvPr id="525" name="Google Shape;726;p24"/>
            <p:cNvGrpSpPr/>
            <p:nvPr/>
          </p:nvGrpSpPr>
          <p:grpSpPr>
            <a:xfrm>
              <a:off x="8115120" y="266760"/>
              <a:ext cx="829800" cy="750600"/>
              <a:chOff x="8115120" y="266760"/>
              <a:chExt cx="829800" cy="750600"/>
            </a:xfrm>
          </p:grpSpPr>
          <p:sp>
            <p:nvSpPr>
              <p:cNvPr id="526" name="Google Shape;727;p24"/>
              <p:cNvSpPr/>
              <p:nvPr/>
            </p:nvSpPr>
            <p:spPr>
              <a:xfrm>
                <a:off x="8115120" y="266760"/>
                <a:ext cx="829800" cy="750600"/>
              </a:xfrm>
              <a:custGeom>
                <a:avLst/>
                <a:gdLst>
                  <a:gd name="textAreaLeft" fmla="*/ 0 w 829800"/>
                  <a:gd name="textAreaRight" fmla="*/ 830160 w 829800"/>
                  <a:gd name="textAreaTop" fmla="*/ 0 h 750600"/>
                  <a:gd name="textAreaBottom" fmla="*/ 750960 h 750600"/>
                </a:gdLst>
                <a:ahLst/>
                <a:cxnLst/>
                <a:rect l="textAreaLeft" t="textAreaTop" r="textAreaRight" b="textAreaBottom"/>
                <a:pathLst>
                  <a:path w="598074" h="541115">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27" name="Google Shape;728;p24"/>
              <p:cNvGrpSpPr/>
              <p:nvPr/>
            </p:nvGrpSpPr>
            <p:grpSpPr>
              <a:xfrm>
                <a:off x="8655480" y="309960"/>
                <a:ext cx="228240" cy="57240"/>
                <a:chOff x="8655480" y="309960"/>
                <a:chExt cx="228240" cy="57240"/>
              </a:xfrm>
            </p:grpSpPr>
            <p:sp>
              <p:nvSpPr>
                <p:cNvPr id="528" name="Google Shape;729;p24"/>
                <p:cNvSpPr/>
                <p:nvPr/>
              </p:nvSpPr>
              <p:spPr>
                <a:xfrm>
                  <a:off x="882648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9" name="Google Shape;730;p24"/>
                <p:cNvSpPr/>
                <p:nvPr/>
              </p:nvSpPr>
              <p:spPr>
                <a:xfrm>
                  <a:off x="874116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0" name="Google Shape;731;p24"/>
                <p:cNvSpPr/>
                <p:nvPr/>
              </p:nvSpPr>
              <p:spPr>
                <a:xfrm>
                  <a:off x="865548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531" name="Google Shape;732;p24"/>
            <p:cNvGrpSpPr/>
            <p:nvPr/>
          </p:nvGrpSpPr>
          <p:grpSpPr>
            <a:xfrm>
              <a:off x="8207280" y="495720"/>
              <a:ext cx="652680" cy="336960"/>
              <a:chOff x="8207280" y="495720"/>
              <a:chExt cx="652680" cy="336960"/>
            </a:xfrm>
          </p:grpSpPr>
          <p:sp>
            <p:nvSpPr>
              <p:cNvPr id="532" name="Google Shape;733;p24"/>
              <p:cNvSpPr/>
              <p:nvPr/>
            </p:nvSpPr>
            <p:spPr>
              <a:xfrm>
                <a:off x="8207280" y="508320"/>
                <a:ext cx="302760" cy="302400"/>
              </a:xfrm>
              <a:custGeom>
                <a:avLst/>
                <a:gdLst>
                  <a:gd name="textAreaLeft" fmla="*/ 0 w 302760"/>
                  <a:gd name="textAreaRight" fmla="*/ 303120 w 302760"/>
                  <a:gd name="textAreaTop" fmla="*/ 0 h 302400"/>
                  <a:gd name="textAreaBottom" fmla="*/ 302760 h 302400"/>
                </a:gdLst>
                <a:ahLst/>
                <a:cxnLst/>
                <a:rect l="textAreaLeft" t="textAreaTop" r="textAreaRight" b="textAreaBottom"/>
                <a:pathLst>
                  <a:path w="218503" h="218217">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533" name="Google Shape;734;p24"/>
              <p:cNvGrpSpPr/>
              <p:nvPr/>
            </p:nvGrpSpPr>
            <p:grpSpPr>
              <a:xfrm>
                <a:off x="8563320" y="495720"/>
                <a:ext cx="296640" cy="336960"/>
                <a:chOff x="8563320" y="495720"/>
                <a:chExt cx="296640" cy="336960"/>
              </a:xfrm>
            </p:grpSpPr>
            <p:grpSp>
              <p:nvGrpSpPr>
                <p:cNvPr id="534" name="Google Shape;735;p24"/>
                <p:cNvGrpSpPr/>
                <p:nvPr/>
              </p:nvGrpSpPr>
              <p:grpSpPr>
                <a:xfrm>
                  <a:off x="8563320" y="704880"/>
                  <a:ext cx="296640" cy="127800"/>
                  <a:chOff x="8563320" y="704880"/>
                  <a:chExt cx="296640" cy="127800"/>
                </a:xfrm>
              </p:grpSpPr>
              <p:sp>
                <p:nvSpPr>
                  <p:cNvPr id="535" name="Google Shape;736;p24"/>
                  <p:cNvSpPr/>
                  <p:nvPr/>
                </p:nvSpPr>
                <p:spPr>
                  <a:xfrm>
                    <a:off x="8563320" y="73188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6" name="Google Shape;737;p24"/>
                  <p:cNvSpPr/>
                  <p:nvPr/>
                </p:nvSpPr>
                <p:spPr>
                  <a:xfrm>
                    <a:off x="8563320" y="70488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37" name="Google Shape;738;p24"/>
                <p:cNvGrpSpPr/>
                <p:nvPr/>
              </p:nvGrpSpPr>
              <p:grpSpPr>
                <a:xfrm>
                  <a:off x="8563320" y="600480"/>
                  <a:ext cx="296640" cy="127800"/>
                  <a:chOff x="8563320" y="600480"/>
                  <a:chExt cx="296640" cy="127800"/>
                </a:xfrm>
              </p:grpSpPr>
              <p:sp>
                <p:nvSpPr>
                  <p:cNvPr id="538" name="Google Shape;739;p24"/>
                  <p:cNvSpPr/>
                  <p:nvPr/>
                </p:nvSpPr>
                <p:spPr>
                  <a:xfrm>
                    <a:off x="8563320" y="62748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9" name="Google Shape;740;p24"/>
                  <p:cNvSpPr/>
                  <p:nvPr/>
                </p:nvSpPr>
                <p:spPr>
                  <a:xfrm>
                    <a:off x="8563320" y="60048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40" name="Google Shape;741;p24"/>
                <p:cNvGrpSpPr/>
                <p:nvPr/>
              </p:nvGrpSpPr>
              <p:grpSpPr>
                <a:xfrm>
                  <a:off x="8563320" y="495720"/>
                  <a:ext cx="296640" cy="127800"/>
                  <a:chOff x="8563320" y="495720"/>
                  <a:chExt cx="296640" cy="127800"/>
                </a:xfrm>
              </p:grpSpPr>
              <p:sp>
                <p:nvSpPr>
                  <p:cNvPr id="541" name="Google Shape;742;p24"/>
                  <p:cNvSpPr/>
                  <p:nvPr/>
                </p:nvSpPr>
                <p:spPr>
                  <a:xfrm>
                    <a:off x="8563320" y="52272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2" name="Google Shape;743;p24"/>
                  <p:cNvSpPr/>
                  <p:nvPr/>
                </p:nvSpPr>
                <p:spPr>
                  <a:xfrm>
                    <a:off x="8563320" y="49572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54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544" name="PlaceHolder 2"/>
          <p:cNvSpPr>
            <a:spLocks noGrp="1"/>
          </p:cNvSpPr>
          <p:nvPr>
            <p:ph type="body"/>
          </p:nvPr>
        </p:nvSpPr>
        <p:spPr>
          <a:xfrm>
            <a:off x="720000" y="1215720"/>
            <a:ext cx="7703640" cy="34160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
        <p:nvSpPr>
          <p:cNvPr id="545" name="Google Shape;23;p4"/>
          <p:cNvSpPr/>
          <p:nvPr/>
        </p:nvSpPr>
        <p:spPr>
          <a:xfrm rot="17584800" flipH="1">
            <a:off x="-1798920" y="-1029240"/>
            <a:ext cx="3158280" cy="2509560"/>
          </a:xfrm>
          <a:custGeom>
            <a:avLst/>
            <a:gdLst>
              <a:gd name="textAreaLeft" fmla="*/ 360 w 3158280"/>
              <a:gd name="textAreaRight" fmla="*/ 3159000 w 3158280"/>
              <a:gd name="textAreaTop" fmla="*/ 0 h 2509560"/>
              <a:gd name="textAreaBottom" fmla="*/ 2509920 h 250956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6" name="Google Shape;24;p4"/>
          <p:cNvSpPr/>
          <p:nvPr/>
        </p:nvSpPr>
        <p:spPr>
          <a:xfrm flipH="1">
            <a:off x="8355960" y="2667240"/>
            <a:ext cx="733680" cy="45000"/>
          </a:xfrm>
          <a:custGeom>
            <a:avLst/>
            <a:gdLst>
              <a:gd name="textAreaLeft" fmla="*/ 360 w 733680"/>
              <a:gd name="textAreaRight" fmla="*/ 734400 w 733680"/>
              <a:gd name="textAreaTop" fmla="*/ 0 h 45000"/>
              <a:gd name="textAreaBottom" fmla="*/ 45360 h 45000"/>
            </a:gdLst>
            <a:ahLst/>
            <a:cxnLst/>
            <a:rect l="textAreaLeft" t="textAreaTop" r="textAreaRight" b="textAreaBottom"/>
            <a:pathLst>
              <a:path w="824770" h="50863">
                <a:moveTo>
                  <a:pt x="799338" y="50863"/>
                </a:moveTo>
                <a:lnTo>
                  <a:pt x="25432" y="50863"/>
                </a:lnTo>
                <a:cubicBezTo>
                  <a:pt x="11430" y="50863"/>
                  <a:pt x="0" y="39433"/>
                  <a:pt x="0" y="25432"/>
                </a:cubicBezTo>
                <a:lnTo>
                  <a:pt x="0" y="25432"/>
                </a:lnTo>
                <a:cubicBezTo>
                  <a:pt x="0" y="11430"/>
                  <a:pt x="11430" y="0"/>
                  <a:pt x="25432" y="0"/>
                </a:cubicBezTo>
                <a:lnTo>
                  <a:pt x="799338" y="0"/>
                </a:lnTo>
                <a:cubicBezTo>
                  <a:pt x="813339" y="0"/>
                  <a:pt x="824770" y="11430"/>
                  <a:pt x="824770" y="25432"/>
                </a:cubicBezTo>
                <a:lnTo>
                  <a:pt x="824770" y="25432"/>
                </a:lnTo>
                <a:cubicBezTo>
                  <a:pt x="824770" y="39433"/>
                  <a:pt x="813339" y="50863"/>
                  <a:pt x="799338" y="50863"/>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47" name="Google Shape;25;p4"/>
          <p:cNvGrpSpPr/>
          <p:nvPr/>
        </p:nvGrpSpPr>
        <p:grpSpPr>
          <a:xfrm>
            <a:off x="8379000" y="1729800"/>
            <a:ext cx="669960" cy="959400"/>
            <a:chOff x="8379000" y="1729800"/>
            <a:chExt cx="669960" cy="959400"/>
          </a:xfrm>
        </p:grpSpPr>
        <p:grpSp>
          <p:nvGrpSpPr>
            <p:cNvPr id="548" name="Google Shape;26;p4"/>
            <p:cNvGrpSpPr/>
            <p:nvPr/>
          </p:nvGrpSpPr>
          <p:grpSpPr>
            <a:xfrm>
              <a:off x="8491680" y="1729800"/>
              <a:ext cx="557280" cy="959400"/>
              <a:chOff x="8491680" y="1729800"/>
              <a:chExt cx="557280" cy="959400"/>
            </a:xfrm>
          </p:grpSpPr>
          <p:grpSp>
            <p:nvGrpSpPr>
              <p:cNvPr id="549" name="Google Shape;27;p4"/>
              <p:cNvGrpSpPr/>
              <p:nvPr/>
            </p:nvGrpSpPr>
            <p:grpSpPr>
              <a:xfrm>
                <a:off x="8491680" y="1872000"/>
                <a:ext cx="215280" cy="817200"/>
                <a:chOff x="8491680" y="1872000"/>
                <a:chExt cx="215280" cy="817200"/>
              </a:xfrm>
            </p:grpSpPr>
            <p:sp>
              <p:nvSpPr>
                <p:cNvPr id="550" name="Google Shape;28;p4"/>
                <p:cNvSpPr/>
                <p:nvPr/>
              </p:nvSpPr>
              <p:spPr>
                <a:xfrm rot="447600" flipH="1">
                  <a:off x="8543520" y="1875600"/>
                  <a:ext cx="111240" cy="809640"/>
                </a:xfrm>
                <a:custGeom>
                  <a:avLst/>
                  <a:gdLst>
                    <a:gd name="textAreaLeft" fmla="*/ -360 w 111240"/>
                    <a:gd name="textAreaRight" fmla="*/ 111240 w 111240"/>
                    <a:gd name="textAreaTop" fmla="*/ 0 h 809640"/>
                    <a:gd name="textAreaBottom" fmla="*/ 810000 h 809640"/>
                  </a:gdLst>
                  <a:ahLst/>
                  <a:cxnLst/>
                  <a:rect l="textAreaLeft" t="textAreaTop" r="textAreaRight" b="textAreaBottom"/>
                  <a:pathLst>
                    <a:path w="125444" h="909637">
                      <a:moveTo>
                        <a:pt x="0" y="0"/>
                      </a:moveTo>
                      <a:lnTo>
                        <a:pt x="125445" y="0"/>
                      </a:lnTo>
                      <a:lnTo>
                        <a:pt x="125445" y="909637"/>
                      </a:lnTo>
                      <a:lnTo>
                        <a:pt x="0" y="909637"/>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1" name="Google Shape;29;p4"/>
                <p:cNvSpPr/>
                <p:nvPr/>
              </p:nvSpPr>
              <p:spPr>
                <a:xfrm flipH="1">
                  <a:off x="8625960" y="1911960"/>
                  <a:ext cx="37080" cy="37080"/>
                </a:xfrm>
                <a:custGeom>
                  <a:avLst/>
                  <a:gdLst>
                    <a:gd name="textAreaLeft" fmla="*/ -360 w 37080"/>
                    <a:gd name="textAreaRight" fmla="*/ 37080 w 37080"/>
                    <a:gd name="textAreaTop" fmla="*/ 0 h 37080"/>
                    <a:gd name="textAreaBottom" fmla="*/ 37440 h 37080"/>
                  </a:gdLst>
                  <a:ahLst/>
                  <a:cxnLst/>
                  <a:rect l="textAreaLeft" t="textAreaTop" r="textAreaRight" b="textAreaBottom"/>
                  <a:pathLst>
                    <a:path w="42088" h="42088">
                      <a:moveTo>
                        <a:pt x="41904" y="18282"/>
                      </a:moveTo>
                      <a:cubicBezTo>
                        <a:pt x="43428" y="29807"/>
                        <a:pt x="35331" y="40380"/>
                        <a:pt x="23806" y="41904"/>
                      </a:cubicBezTo>
                      <a:cubicBezTo>
                        <a:pt x="12281" y="43428"/>
                        <a:pt x="1709" y="35332"/>
                        <a:pt x="184" y="23806"/>
                      </a:cubicBezTo>
                      <a:cubicBezTo>
                        <a:pt x="-1340" y="12281"/>
                        <a:pt x="6756" y="1708"/>
                        <a:pt x="18282" y="184"/>
                      </a:cubicBezTo>
                      <a:cubicBezTo>
                        <a:pt x="29807" y="-1340"/>
                        <a:pt x="40380" y="6757"/>
                        <a:pt x="41904" y="1828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720" bIns="18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2" name="Google Shape;30;p4"/>
                <p:cNvSpPr/>
                <p:nvPr/>
              </p:nvSpPr>
              <p:spPr>
                <a:xfrm flipH="1">
                  <a:off x="8618040" y="1971720"/>
                  <a:ext cx="37080" cy="37080"/>
                </a:xfrm>
                <a:custGeom>
                  <a:avLst/>
                  <a:gdLst>
                    <a:gd name="textAreaLeft" fmla="*/ -360 w 37080"/>
                    <a:gd name="textAreaRight" fmla="*/ 37080 w 37080"/>
                    <a:gd name="textAreaTop" fmla="*/ 0 h 37080"/>
                    <a:gd name="textAreaBottom" fmla="*/ 37440 h 37080"/>
                  </a:gdLst>
                  <a:ahLst/>
                  <a:cxnLst/>
                  <a:rect l="textAreaLeft" t="textAreaTop" r="textAreaRight" b="textAreaBottom"/>
                  <a:pathLst>
                    <a:path w="42087" h="42087">
                      <a:moveTo>
                        <a:pt x="41904" y="18282"/>
                      </a:moveTo>
                      <a:cubicBezTo>
                        <a:pt x="43427" y="29807"/>
                        <a:pt x="35331" y="40380"/>
                        <a:pt x="23806" y="41904"/>
                      </a:cubicBezTo>
                      <a:cubicBezTo>
                        <a:pt x="12280" y="43428"/>
                        <a:pt x="1708" y="35332"/>
                        <a:pt x="184" y="23806"/>
                      </a:cubicBezTo>
                      <a:cubicBezTo>
                        <a:pt x="-1340" y="12281"/>
                        <a:pt x="6756" y="1708"/>
                        <a:pt x="18281" y="184"/>
                      </a:cubicBezTo>
                      <a:cubicBezTo>
                        <a:pt x="29807" y="-1340"/>
                        <a:pt x="40380" y="6757"/>
                        <a:pt x="41904" y="1828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720" bIns="18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53" name="Google Shape;31;p4"/>
                <p:cNvGrpSpPr/>
                <p:nvPr/>
              </p:nvGrpSpPr>
              <p:grpSpPr>
                <a:xfrm>
                  <a:off x="8519760" y="2495160"/>
                  <a:ext cx="88560" cy="101880"/>
                  <a:chOff x="8519760" y="2495160"/>
                  <a:chExt cx="88560" cy="101880"/>
                </a:xfrm>
              </p:grpSpPr>
              <p:sp>
                <p:nvSpPr>
                  <p:cNvPr id="554" name="Google Shape;32;p4"/>
                  <p:cNvSpPr/>
                  <p:nvPr/>
                </p:nvSpPr>
                <p:spPr>
                  <a:xfrm rot="447600" flipH="1">
                    <a:off x="8529480" y="2499840"/>
                    <a:ext cx="77760" cy="12960"/>
                  </a:xfrm>
                  <a:custGeom>
                    <a:avLst/>
                    <a:gdLst>
                      <a:gd name="textAreaLeft" fmla="*/ 360 w 77760"/>
                      <a:gd name="textAreaRight" fmla="*/ 78480 w 77760"/>
                      <a:gd name="textAreaTop" fmla="*/ 0 h 12960"/>
                      <a:gd name="textAreaBottom" fmla="*/ 13320 h 12960"/>
                    </a:gdLst>
                    <a:ahLst/>
                    <a:cxnLst/>
                    <a:rect l="textAreaLeft" t="textAreaTop" r="textAreaRight" b="textAreaBottom"/>
                    <a:pathLst>
                      <a:path w="87915" h="15049">
                        <a:moveTo>
                          <a:pt x="0" y="0"/>
                        </a:moveTo>
                        <a:lnTo>
                          <a:pt x="87916" y="0"/>
                        </a:lnTo>
                        <a:lnTo>
                          <a:pt x="87916" y="15049"/>
                        </a:lnTo>
                        <a:lnTo>
                          <a:pt x="0" y="15049"/>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5" name="Google Shape;33;p4"/>
                  <p:cNvSpPr/>
                  <p:nvPr/>
                </p:nvSpPr>
                <p:spPr>
                  <a:xfrm rot="447600" flipH="1">
                    <a:off x="8525880" y="2525400"/>
                    <a:ext cx="77760" cy="12960"/>
                  </a:xfrm>
                  <a:custGeom>
                    <a:avLst/>
                    <a:gdLst>
                      <a:gd name="textAreaLeft" fmla="*/ 360 w 77760"/>
                      <a:gd name="textAreaRight" fmla="*/ 78480 w 77760"/>
                      <a:gd name="textAreaTop" fmla="*/ 0 h 12960"/>
                      <a:gd name="textAreaBottom" fmla="*/ 13320 h 12960"/>
                    </a:gdLst>
                    <a:ahLst/>
                    <a:cxnLst/>
                    <a:rect l="textAreaLeft" t="textAreaTop" r="textAreaRight" b="textAreaBottom"/>
                    <a:pathLst>
                      <a:path w="87915" h="15049">
                        <a:moveTo>
                          <a:pt x="0" y="0"/>
                        </a:moveTo>
                        <a:lnTo>
                          <a:pt x="87916" y="0"/>
                        </a:lnTo>
                        <a:lnTo>
                          <a:pt x="87916" y="15050"/>
                        </a:lnTo>
                        <a:lnTo>
                          <a:pt x="0" y="1505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6" name="Google Shape;34;p4"/>
                  <p:cNvSpPr/>
                  <p:nvPr/>
                </p:nvSpPr>
                <p:spPr>
                  <a:xfrm rot="447600" flipH="1">
                    <a:off x="8523000" y="2552760"/>
                    <a:ext cx="77760" cy="12960"/>
                  </a:xfrm>
                  <a:custGeom>
                    <a:avLst/>
                    <a:gdLst>
                      <a:gd name="textAreaLeft" fmla="*/ 360 w 77760"/>
                      <a:gd name="textAreaRight" fmla="*/ 78480 w 77760"/>
                      <a:gd name="textAreaTop" fmla="*/ 0 h 12960"/>
                      <a:gd name="textAreaBottom" fmla="*/ 13320 h 12960"/>
                    </a:gdLst>
                    <a:ahLst/>
                    <a:cxnLst/>
                    <a:rect l="textAreaLeft" t="textAreaTop" r="textAreaRight" b="textAreaBottom"/>
                    <a:pathLst>
                      <a:path w="87915" h="15049">
                        <a:moveTo>
                          <a:pt x="0" y="0"/>
                        </a:moveTo>
                        <a:lnTo>
                          <a:pt x="87916" y="0"/>
                        </a:lnTo>
                        <a:lnTo>
                          <a:pt x="87916" y="15050"/>
                        </a:lnTo>
                        <a:lnTo>
                          <a:pt x="0" y="1505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7" name="Google Shape;35;p4"/>
                  <p:cNvSpPr/>
                  <p:nvPr/>
                </p:nvSpPr>
                <p:spPr>
                  <a:xfrm rot="447600" flipH="1">
                    <a:off x="8519760" y="2578680"/>
                    <a:ext cx="77760" cy="12960"/>
                  </a:xfrm>
                  <a:custGeom>
                    <a:avLst/>
                    <a:gdLst>
                      <a:gd name="textAreaLeft" fmla="*/ 360 w 77760"/>
                      <a:gd name="textAreaRight" fmla="*/ 78480 w 77760"/>
                      <a:gd name="textAreaTop" fmla="*/ 0 h 12960"/>
                      <a:gd name="textAreaBottom" fmla="*/ 13320 h 12960"/>
                    </a:gdLst>
                    <a:ahLst/>
                    <a:cxnLst/>
                    <a:rect l="textAreaLeft" t="textAreaTop" r="textAreaRight" b="textAreaBottom"/>
                    <a:pathLst>
                      <a:path w="87915" h="15049">
                        <a:moveTo>
                          <a:pt x="0" y="0"/>
                        </a:moveTo>
                        <a:lnTo>
                          <a:pt x="87915" y="0"/>
                        </a:lnTo>
                        <a:lnTo>
                          <a:pt x="87915" y="15050"/>
                        </a:lnTo>
                        <a:lnTo>
                          <a:pt x="0" y="1505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558" name="Google Shape;36;p4"/>
              <p:cNvGrpSpPr/>
              <p:nvPr/>
            </p:nvGrpSpPr>
            <p:grpSpPr>
              <a:xfrm>
                <a:off x="8667720" y="1729800"/>
                <a:ext cx="204120" cy="957240"/>
                <a:chOff x="8667720" y="1729800"/>
                <a:chExt cx="204120" cy="957240"/>
              </a:xfrm>
            </p:grpSpPr>
            <p:sp>
              <p:nvSpPr>
                <p:cNvPr id="559" name="Google Shape;37;p4"/>
                <p:cNvSpPr/>
                <p:nvPr/>
              </p:nvSpPr>
              <p:spPr>
                <a:xfrm rot="172200" flipH="1">
                  <a:off x="8691120" y="1733040"/>
                  <a:ext cx="156240" cy="950400"/>
                </a:xfrm>
                <a:custGeom>
                  <a:avLst/>
                  <a:gdLst>
                    <a:gd name="textAreaLeft" fmla="*/ 360 w 156240"/>
                    <a:gd name="textAreaRight" fmla="*/ 156960 w 156240"/>
                    <a:gd name="textAreaTop" fmla="*/ 0 h 950400"/>
                    <a:gd name="textAreaBottom" fmla="*/ 950760 h 950400"/>
                  </a:gdLst>
                  <a:ahLst/>
                  <a:cxnLst/>
                  <a:rect l="textAreaLeft" t="textAreaTop" r="textAreaRight" b="textAreaBottom"/>
                  <a:pathLst>
                    <a:path w="176117" h="1069848">
                      <a:moveTo>
                        <a:pt x="0" y="0"/>
                      </a:moveTo>
                      <a:lnTo>
                        <a:pt x="176117" y="0"/>
                      </a:lnTo>
                      <a:lnTo>
                        <a:pt x="176117" y="1069848"/>
                      </a:lnTo>
                      <a:lnTo>
                        <a:pt x="0" y="1069848"/>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0" name="Google Shape;38;p4"/>
                <p:cNvSpPr/>
                <p:nvPr/>
              </p:nvSpPr>
              <p:spPr>
                <a:xfrm flipH="1">
                  <a:off x="8732520" y="2134080"/>
                  <a:ext cx="77760" cy="77760"/>
                </a:xfrm>
                <a:custGeom>
                  <a:avLst/>
                  <a:gdLst>
                    <a:gd name="textAreaLeft" fmla="*/ 360 w 77760"/>
                    <a:gd name="textAreaRight" fmla="*/ 78480 w 77760"/>
                    <a:gd name="textAreaTop" fmla="*/ 0 h 77760"/>
                    <a:gd name="textAreaBottom" fmla="*/ 78120 h 77760"/>
                  </a:gdLst>
                  <a:ahLst/>
                  <a:cxnLst/>
                  <a:rect l="textAreaLeft" t="textAreaTop" r="textAreaRight" b="textAreaBottom"/>
                  <a:pathLst>
                    <a:path w="87629" h="87630">
                      <a:moveTo>
                        <a:pt x="87630" y="43815"/>
                      </a:moveTo>
                      <a:cubicBezTo>
                        <a:pt x="87630" y="68013"/>
                        <a:pt x="68014" y="87630"/>
                        <a:pt x="43815" y="87630"/>
                      </a:cubicBezTo>
                      <a:cubicBezTo>
                        <a:pt x="19617" y="87630"/>
                        <a:pt x="1" y="68014"/>
                        <a:pt x="1" y="43815"/>
                      </a:cubicBezTo>
                      <a:cubicBezTo>
                        <a:pt x="1" y="19617"/>
                        <a:pt x="19617" y="0"/>
                        <a:pt x="43815" y="0"/>
                      </a:cubicBezTo>
                      <a:cubicBezTo>
                        <a:pt x="68014" y="0"/>
                        <a:pt x="87630" y="19616"/>
                        <a:pt x="87630" y="43815"/>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61" name="Google Shape;39;p4"/>
                <p:cNvGrpSpPr/>
                <p:nvPr/>
              </p:nvGrpSpPr>
              <p:grpSpPr>
                <a:xfrm>
                  <a:off x="8726400" y="2007000"/>
                  <a:ext cx="103680" cy="43920"/>
                  <a:chOff x="8726400" y="2007000"/>
                  <a:chExt cx="103680" cy="43920"/>
                </a:xfrm>
              </p:grpSpPr>
              <p:sp>
                <p:nvSpPr>
                  <p:cNvPr id="562" name="Google Shape;40;p4"/>
                  <p:cNvSpPr/>
                  <p:nvPr/>
                </p:nvSpPr>
                <p:spPr>
                  <a:xfrm rot="172200" flipH="1">
                    <a:off x="8727840" y="2009160"/>
                    <a:ext cx="101520" cy="12960"/>
                  </a:xfrm>
                  <a:custGeom>
                    <a:avLst/>
                    <a:gdLst>
                      <a:gd name="textAreaLeft" fmla="*/ 360 w 101520"/>
                      <a:gd name="textAreaRight" fmla="*/ 102240 w 101520"/>
                      <a:gd name="textAreaTop" fmla="*/ 0 h 12960"/>
                      <a:gd name="textAreaBottom" fmla="*/ 13320 h 12960"/>
                    </a:gdLst>
                    <a:ahLst/>
                    <a:cxnLst/>
                    <a:rect l="textAreaLeft" t="textAreaTop" r="textAreaRight" b="textAreaBottom"/>
                    <a:pathLst>
                      <a:path w="114490" h="14954">
                        <a:moveTo>
                          <a:pt x="0" y="0"/>
                        </a:moveTo>
                        <a:lnTo>
                          <a:pt x="114490" y="0"/>
                        </a:lnTo>
                        <a:lnTo>
                          <a:pt x="114490"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3" name="Google Shape;41;p4"/>
                  <p:cNvSpPr/>
                  <p:nvPr/>
                </p:nvSpPr>
                <p:spPr>
                  <a:xfrm rot="172200" flipH="1">
                    <a:off x="8726400" y="2035080"/>
                    <a:ext cx="101520" cy="12960"/>
                  </a:xfrm>
                  <a:custGeom>
                    <a:avLst/>
                    <a:gdLst>
                      <a:gd name="textAreaLeft" fmla="*/ 360 w 101520"/>
                      <a:gd name="textAreaRight" fmla="*/ 102240 w 101520"/>
                      <a:gd name="textAreaTop" fmla="*/ 0 h 12960"/>
                      <a:gd name="textAreaBottom" fmla="*/ 13320 h 12960"/>
                    </a:gdLst>
                    <a:ahLst/>
                    <a:cxnLst/>
                    <a:rect l="textAreaLeft" t="textAreaTop" r="textAreaRight" b="textAreaBottom"/>
                    <a:pathLst>
                      <a:path w="114490" h="14954">
                        <a:moveTo>
                          <a:pt x="0" y="0"/>
                        </a:moveTo>
                        <a:lnTo>
                          <a:pt x="114491" y="0"/>
                        </a:lnTo>
                        <a:lnTo>
                          <a:pt x="114491"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64" name="Google Shape;42;p4"/>
                <p:cNvGrpSpPr/>
                <p:nvPr/>
              </p:nvGrpSpPr>
              <p:grpSpPr>
                <a:xfrm>
                  <a:off x="8708760" y="2359800"/>
                  <a:ext cx="103680" cy="43920"/>
                  <a:chOff x="8708760" y="2359800"/>
                  <a:chExt cx="103680" cy="43920"/>
                </a:xfrm>
              </p:grpSpPr>
              <p:sp>
                <p:nvSpPr>
                  <p:cNvPr id="565" name="Google Shape;43;p4"/>
                  <p:cNvSpPr/>
                  <p:nvPr/>
                </p:nvSpPr>
                <p:spPr>
                  <a:xfrm rot="172200" flipH="1">
                    <a:off x="8710200" y="2361960"/>
                    <a:ext cx="101520" cy="12960"/>
                  </a:xfrm>
                  <a:custGeom>
                    <a:avLst/>
                    <a:gdLst>
                      <a:gd name="textAreaLeft" fmla="*/ 360 w 101520"/>
                      <a:gd name="textAreaRight" fmla="*/ 102240 w 101520"/>
                      <a:gd name="textAreaTop" fmla="*/ 0 h 12960"/>
                      <a:gd name="textAreaBottom" fmla="*/ 13320 h 12960"/>
                    </a:gdLst>
                    <a:ahLst/>
                    <a:cxnLst/>
                    <a:rect l="textAreaLeft" t="textAreaTop" r="textAreaRight" b="textAreaBottom"/>
                    <a:pathLst>
                      <a:path w="114490" h="14954">
                        <a:moveTo>
                          <a:pt x="0" y="0"/>
                        </a:moveTo>
                        <a:lnTo>
                          <a:pt x="114491" y="0"/>
                        </a:lnTo>
                        <a:lnTo>
                          <a:pt x="114491" y="14955"/>
                        </a:lnTo>
                        <a:lnTo>
                          <a:pt x="0" y="149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6" name="Google Shape;44;p4"/>
                  <p:cNvSpPr/>
                  <p:nvPr/>
                </p:nvSpPr>
                <p:spPr>
                  <a:xfrm rot="172200" flipH="1">
                    <a:off x="8708760" y="2387880"/>
                    <a:ext cx="101520" cy="12960"/>
                  </a:xfrm>
                  <a:custGeom>
                    <a:avLst/>
                    <a:gdLst>
                      <a:gd name="textAreaLeft" fmla="*/ 360 w 101520"/>
                      <a:gd name="textAreaRight" fmla="*/ 102240 w 101520"/>
                      <a:gd name="textAreaTop" fmla="*/ 0 h 12960"/>
                      <a:gd name="textAreaBottom" fmla="*/ 13320 h 12960"/>
                    </a:gdLst>
                    <a:ahLst/>
                    <a:cxnLst/>
                    <a:rect l="textAreaLeft" t="textAreaTop" r="textAreaRight" b="textAreaBottom"/>
                    <a:pathLst>
                      <a:path w="114490" h="14954">
                        <a:moveTo>
                          <a:pt x="0" y="0"/>
                        </a:moveTo>
                        <a:lnTo>
                          <a:pt x="114490" y="0"/>
                        </a:lnTo>
                        <a:lnTo>
                          <a:pt x="114490" y="14955"/>
                        </a:lnTo>
                        <a:lnTo>
                          <a:pt x="0" y="149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567" name="Google Shape;45;p4"/>
              <p:cNvGrpSpPr/>
              <p:nvPr/>
            </p:nvGrpSpPr>
            <p:grpSpPr>
              <a:xfrm>
                <a:off x="8869680" y="1805400"/>
                <a:ext cx="179280" cy="882360"/>
                <a:chOff x="8869680" y="1805400"/>
                <a:chExt cx="179280" cy="882360"/>
              </a:xfrm>
            </p:grpSpPr>
            <p:sp>
              <p:nvSpPr>
                <p:cNvPr id="568" name="Google Shape;46;p4"/>
                <p:cNvSpPr/>
                <p:nvPr/>
              </p:nvSpPr>
              <p:spPr>
                <a:xfrm flipH="1">
                  <a:off x="8869680" y="1805400"/>
                  <a:ext cx="179280" cy="882360"/>
                </a:xfrm>
                <a:custGeom>
                  <a:avLst/>
                  <a:gdLst>
                    <a:gd name="textAreaLeft" fmla="*/ 360 w 179280"/>
                    <a:gd name="textAreaRight" fmla="*/ 180000 w 179280"/>
                    <a:gd name="textAreaTop" fmla="*/ 0 h 882360"/>
                    <a:gd name="textAreaBottom" fmla="*/ 882720 h 882360"/>
                  </a:gdLst>
                  <a:ahLst/>
                  <a:cxnLst/>
                  <a:rect l="textAreaLeft" t="textAreaTop" r="textAreaRight" b="textAreaBottom"/>
                  <a:pathLst>
                    <a:path w="202120" h="992123">
                      <a:moveTo>
                        <a:pt x="0" y="0"/>
                      </a:moveTo>
                      <a:lnTo>
                        <a:pt x="202120" y="0"/>
                      </a:lnTo>
                      <a:lnTo>
                        <a:pt x="202120" y="992124"/>
                      </a:lnTo>
                      <a:lnTo>
                        <a:pt x="0" y="992124"/>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9" name="Google Shape;47;p4"/>
                <p:cNvSpPr/>
                <p:nvPr/>
              </p:nvSpPr>
              <p:spPr>
                <a:xfrm flipH="1">
                  <a:off x="8903880" y="1874880"/>
                  <a:ext cx="109080" cy="109080"/>
                </a:xfrm>
                <a:custGeom>
                  <a:avLst/>
                  <a:gdLst>
                    <a:gd name="textAreaLeft" fmla="*/ -360 w 109080"/>
                    <a:gd name="textAreaRight" fmla="*/ 109080 w 109080"/>
                    <a:gd name="textAreaTop" fmla="*/ 0 h 109080"/>
                    <a:gd name="textAreaBottom" fmla="*/ 109440 h 109080"/>
                  </a:gdLst>
                  <a:ahLst/>
                  <a:cxnLst/>
                  <a:rect l="textAreaLeft" t="textAreaTop" r="textAreaRight" b="textAreaBottom"/>
                  <a:pathLst>
                    <a:path w="123063" h="123062">
                      <a:moveTo>
                        <a:pt x="123063" y="61532"/>
                      </a:moveTo>
                      <a:cubicBezTo>
                        <a:pt x="123063" y="95514"/>
                        <a:pt x="95514" y="123063"/>
                        <a:pt x="61531" y="123063"/>
                      </a:cubicBezTo>
                      <a:cubicBezTo>
                        <a:pt x="27548" y="123063"/>
                        <a:pt x="-1" y="95514"/>
                        <a:pt x="-1" y="61532"/>
                      </a:cubicBezTo>
                      <a:cubicBezTo>
                        <a:pt x="-1" y="27549"/>
                        <a:pt x="27548" y="0"/>
                        <a:pt x="61531" y="0"/>
                      </a:cubicBezTo>
                      <a:cubicBezTo>
                        <a:pt x="95514" y="0"/>
                        <a:pt x="123063" y="27549"/>
                        <a:pt x="123063" y="6153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70" name="Google Shape;48;p4"/>
                <p:cNvGrpSpPr/>
                <p:nvPr/>
              </p:nvGrpSpPr>
              <p:grpSpPr>
                <a:xfrm>
                  <a:off x="8902440" y="2385720"/>
                  <a:ext cx="113760" cy="38880"/>
                  <a:chOff x="8902440" y="2385720"/>
                  <a:chExt cx="113760" cy="38880"/>
                </a:xfrm>
              </p:grpSpPr>
              <p:sp>
                <p:nvSpPr>
                  <p:cNvPr id="571" name="Google Shape;49;p4"/>
                  <p:cNvSpPr/>
                  <p:nvPr/>
                </p:nvSpPr>
                <p:spPr>
                  <a:xfrm flipH="1">
                    <a:off x="8902440" y="2385720"/>
                    <a:ext cx="113760" cy="12960"/>
                  </a:xfrm>
                  <a:custGeom>
                    <a:avLst/>
                    <a:gdLst>
                      <a:gd name="textAreaLeft" fmla="*/ 360 w 113760"/>
                      <a:gd name="textAreaRight" fmla="*/ 114480 w 113760"/>
                      <a:gd name="textAreaTop" fmla="*/ 0 h 12960"/>
                      <a:gd name="textAreaBottom" fmla="*/ 13320 h 1296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2" name="Google Shape;50;p4"/>
                  <p:cNvSpPr/>
                  <p:nvPr/>
                </p:nvSpPr>
                <p:spPr>
                  <a:xfrm flipH="1">
                    <a:off x="8902440" y="2411640"/>
                    <a:ext cx="113760" cy="12960"/>
                  </a:xfrm>
                  <a:custGeom>
                    <a:avLst/>
                    <a:gdLst>
                      <a:gd name="textAreaLeft" fmla="*/ 360 w 113760"/>
                      <a:gd name="textAreaRight" fmla="*/ 114480 w 113760"/>
                      <a:gd name="textAreaTop" fmla="*/ 0 h 12960"/>
                      <a:gd name="textAreaBottom" fmla="*/ 13320 h 12960"/>
                    </a:gdLst>
                    <a:ahLst/>
                    <a:cxnLst/>
                    <a:rect l="textAreaLeft" t="textAreaTop" r="textAreaRight" b="textAreaBottom"/>
                    <a:pathLst>
                      <a:path w="128397" h="14954">
                        <a:moveTo>
                          <a:pt x="0" y="0"/>
                        </a:moveTo>
                        <a:lnTo>
                          <a:pt x="128397" y="0"/>
                        </a:lnTo>
                        <a:lnTo>
                          <a:pt x="128397" y="14955"/>
                        </a:lnTo>
                        <a:lnTo>
                          <a:pt x="0" y="149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73" name="Google Shape;51;p4"/>
                <p:cNvGrpSpPr/>
                <p:nvPr/>
              </p:nvGrpSpPr>
              <p:grpSpPr>
                <a:xfrm>
                  <a:off x="8902440" y="2584440"/>
                  <a:ext cx="113760" cy="39240"/>
                  <a:chOff x="8902440" y="2584440"/>
                  <a:chExt cx="113760" cy="39240"/>
                </a:xfrm>
              </p:grpSpPr>
              <p:sp>
                <p:nvSpPr>
                  <p:cNvPr id="574" name="Google Shape;52;p4"/>
                  <p:cNvSpPr/>
                  <p:nvPr/>
                </p:nvSpPr>
                <p:spPr>
                  <a:xfrm flipH="1">
                    <a:off x="8902440" y="2584440"/>
                    <a:ext cx="113760" cy="12960"/>
                  </a:xfrm>
                  <a:custGeom>
                    <a:avLst/>
                    <a:gdLst>
                      <a:gd name="textAreaLeft" fmla="*/ 360 w 113760"/>
                      <a:gd name="textAreaRight" fmla="*/ 114480 w 113760"/>
                      <a:gd name="textAreaTop" fmla="*/ 0 h 12960"/>
                      <a:gd name="textAreaBottom" fmla="*/ 13320 h 1296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5" name="Google Shape;53;p4"/>
                  <p:cNvSpPr/>
                  <p:nvPr/>
                </p:nvSpPr>
                <p:spPr>
                  <a:xfrm flipH="1">
                    <a:off x="8902440" y="2610720"/>
                    <a:ext cx="113760" cy="12960"/>
                  </a:xfrm>
                  <a:custGeom>
                    <a:avLst/>
                    <a:gdLst>
                      <a:gd name="textAreaLeft" fmla="*/ 360 w 113760"/>
                      <a:gd name="textAreaRight" fmla="*/ 114480 w 113760"/>
                      <a:gd name="textAreaTop" fmla="*/ 0 h 12960"/>
                      <a:gd name="textAreaBottom" fmla="*/ 13320 h 1296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grpSp>
          <p:nvGrpSpPr>
            <p:cNvPr id="576" name="Google Shape;54;p4"/>
            <p:cNvGrpSpPr/>
            <p:nvPr/>
          </p:nvGrpSpPr>
          <p:grpSpPr>
            <a:xfrm>
              <a:off x="8379000" y="2049840"/>
              <a:ext cx="190080" cy="638640"/>
              <a:chOff x="8379000" y="2049840"/>
              <a:chExt cx="190080" cy="638640"/>
            </a:xfrm>
          </p:grpSpPr>
          <p:sp>
            <p:nvSpPr>
              <p:cNvPr id="577" name="Google Shape;55;p4"/>
              <p:cNvSpPr/>
              <p:nvPr/>
            </p:nvSpPr>
            <p:spPr>
              <a:xfrm rot="631200" flipH="1">
                <a:off x="8436600" y="2050920"/>
                <a:ext cx="74520" cy="635760"/>
              </a:xfrm>
              <a:custGeom>
                <a:avLst/>
                <a:gdLst>
                  <a:gd name="textAreaLeft" fmla="*/ -360 w 74520"/>
                  <a:gd name="textAreaRight" fmla="*/ 74520 w 74520"/>
                  <a:gd name="textAreaTop" fmla="*/ 0 h 635760"/>
                  <a:gd name="textAreaBottom" fmla="*/ 636120 h 635760"/>
                </a:gdLst>
                <a:ahLst/>
                <a:cxnLst/>
                <a:rect l="textAreaLeft" t="textAreaTop" r="textAreaRight" b="textAreaBottom"/>
                <a:pathLst>
                  <a:path w="84010" h="715136">
                    <a:moveTo>
                      <a:pt x="0" y="0"/>
                    </a:moveTo>
                    <a:lnTo>
                      <a:pt x="84010" y="0"/>
                    </a:lnTo>
                    <a:lnTo>
                      <a:pt x="84010" y="715137"/>
                    </a:lnTo>
                    <a:lnTo>
                      <a:pt x="0" y="715137"/>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8" name="Google Shape;56;p4"/>
              <p:cNvSpPr/>
              <p:nvPr/>
            </p:nvSpPr>
            <p:spPr>
              <a:xfrm rot="631200" flipH="1">
                <a:off x="8458560" y="2212560"/>
                <a:ext cx="22680" cy="365400"/>
              </a:xfrm>
              <a:custGeom>
                <a:avLst/>
                <a:gdLst>
                  <a:gd name="textAreaLeft" fmla="*/ -360 w 22680"/>
                  <a:gd name="textAreaRight" fmla="*/ 22680 w 22680"/>
                  <a:gd name="textAreaTop" fmla="*/ 0 h 365400"/>
                  <a:gd name="textAreaBottom" fmla="*/ 365760 h 365400"/>
                </a:gdLst>
                <a:ahLst/>
                <a:cxnLst/>
                <a:rect l="textAreaLeft" t="textAreaTop" r="textAreaRight" b="textAreaBottom"/>
                <a:pathLst>
                  <a:path w="26003" h="411289">
                    <a:moveTo>
                      <a:pt x="0" y="0"/>
                    </a:moveTo>
                    <a:lnTo>
                      <a:pt x="26003" y="0"/>
                    </a:lnTo>
                    <a:lnTo>
                      <a:pt x="26003" y="411289"/>
                    </a:lnTo>
                    <a:lnTo>
                      <a:pt x="0" y="411289"/>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579" name="Google Shape;57;p4"/>
          <p:cNvGrpSpPr/>
          <p:nvPr/>
        </p:nvGrpSpPr>
        <p:grpSpPr>
          <a:xfrm>
            <a:off x="8485560" y="662400"/>
            <a:ext cx="515520" cy="778680"/>
            <a:chOff x="8485560" y="662400"/>
            <a:chExt cx="515520" cy="778680"/>
          </a:xfrm>
        </p:grpSpPr>
        <p:grpSp>
          <p:nvGrpSpPr>
            <p:cNvPr id="580" name="Google Shape;58;p4"/>
            <p:cNvGrpSpPr/>
            <p:nvPr/>
          </p:nvGrpSpPr>
          <p:grpSpPr>
            <a:xfrm>
              <a:off x="8485560" y="662400"/>
              <a:ext cx="389880" cy="663840"/>
              <a:chOff x="8485560" y="662400"/>
              <a:chExt cx="389880" cy="663840"/>
            </a:xfrm>
          </p:grpSpPr>
          <p:sp>
            <p:nvSpPr>
              <p:cNvPr id="581" name="Google Shape;59;p4"/>
              <p:cNvSpPr/>
              <p:nvPr/>
            </p:nvSpPr>
            <p:spPr>
              <a:xfrm flipH="1">
                <a:off x="8485200" y="662400"/>
                <a:ext cx="389880" cy="663840"/>
              </a:xfrm>
              <a:custGeom>
                <a:avLst/>
                <a:gdLst>
                  <a:gd name="textAreaLeft" fmla="*/ -360 w 389880"/>
                  <a:gd name="textAreaRight" fmla="*/ 389880 w 389880"/>
                  <a:gd name="textAreaTop" fmla="*/ 0 h 663840"/>
                  <a:gd name="textAreaBottom" fmla="*/ 664200 h 663840"/>
                </a:gdLst>
                <a:ahLst/>
                <a:cxnLst/>
                <a:rect l="textAreaLeft" t="textAreaTop" r="textAreaRight" b="textAreaBottom"/>
                <a:pathLst>
                  <a:path w="438816" h="746664">
                    <a:moveTo>
                      <a:pt x="438721" y="746569"/>
                    </a:moveTo>
                    <a:lnTo>
                      <a:pt x="0" y="746569"/>
                    </a:lnTo>
                    <a:lnTo>
                      <a:pt x="0" y="0"/>
                    </a:lnTo>
                    <a:lnTo>
                      <a:pt x="326231" y="0"/>
                    </a:lnTo>
                    <a:cubicBezTo>
                      <a:pt x="370141" y="43910"/>
                      <a:pt x="394811" y="68580"/>
                      <a:pt x="438816" y="112585"/>
                    </a:cubicBezTo>
                    <a:lnTo>
                      <a:pt x="438816" y="746665"/>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582" name="Google Shape;60;p4"/>
              <p:cNvGrpSpPr/>
              <p:nvPr/>
            </p:nvGrpSpPr>
            <p:grpSpPr>
              <a:xfrm>
                <a:off x="8541000" y="748440"/>
                <a:ext cx="279000" cy="255960"/>
                <a:chOff x="8541000" y="748440"/>
                <a:chExt cx="279000" cy="255960"/>
              </a:xfrm>
            </p:grpSpPr>
            <p:sp>
              <p:nvSpPr>
                <p:cNvPr id="583" name="Google Shape;61;p4"/>
                <p:cNvSpPr/>
                <p:nvPr/>
              </p:nvSpPr>
              <p:spPr>
                <a:xfrm flipH="1">
                  <a:off x="8540640" y="74844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4" name="Google Shape;62;p4"/>
                <p:cNvSpPr/>
                <p:nvPr/>
              </p:nvSpPr>
              <p:spPr>
                <a:xfrm flipH="1">
                  <a:off x="8540640" y="79596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5" name="Google Shape;63;p4"/>
                <p:cNvSpPr/>
                <p:nvPr/>
              </p:nvSpPr>
              <p:spPr>
                <a:xfrm flipH="1">
                  <a:off x="8540640" y="84312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6" name="Google Shape;64;p4"/>
                <p:cNvSpPr/>
                <p:nvPr/>
              </p:nvSpPr>
              <p:spPr>
                <a:xfrm flipH="1">
                  <a:off x="8540640" y="89064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7" name="Google Shape;65;p4"/>
                <p:cNvSpPr/>
                <p:nvPr/>
              </p:nvSpPr>
              <p:spPr>
                <a:xfrm flipH="1">
                  <a:off x="8540640" y="93816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8" name="Google Shape;66;p4"/>
                <p:cNvSpPr/>
                <p:nvPr/>
              </p:nvSpPr>
              <p:spPr>
                <a:xfrm flipH="1">
                  <a:off x="8655480" y="985680"/>
                  <a:ext cx="163800" cy="18720"/>
                </a:xfrm>
                <a:custGeom>
                  <a:avLst/>
                  <a:gdLst>
                    <a:gd name="textAreaLeft" fmla="*/ -360 w 163800"/>
                    <a:gd name="textAreaRight" fmla="*/ 163800 w 163800"/>
                    <a:gd name="textAreaTop" fmla="*/ 0 h 18720"/>
                    <a:gd name="textAreaBottom" fmla="*/ 19080 h 18720"/>
                  </a:gdLst>
                  <a:ahLst/>
                  <a:cxnLst/>
                  <a:rect l="textAreaLeft" t="textAreaTop" r="textAreaRight" b="textAreaBottom"/>
                  <a:pathLst>
                    <a:path w="184689" h="21431">
                      <a:moveTo>
                        <a:pt x="0" y="0"/>
                      </a:moveTo>
                      <a:lnTo>
                        <a:pt x="184690" y="0"/>
                      </a:lnTo>
                      <a:lnTo>
                        <a:pt x="184690" y="21431"/>
                      </a:lnTo>
                      <a:lnTo>
                        <a:pt x="0" y="21431"/>
                      </a:lnTo>
                      <a:close/>
                    </a:path>
                  </a:pathLst>
                </a:custGeom>
                <a:solidFill>
                  <a:srgbClr val="42444F"/>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89" name="Google Shape;67;p4"/>
              <p:cNvGrpSpPr/>
              <p:nvPr/>
            </p:nvGrpSpPr>
            <p:grpSpPr>
              <a:xfrm>
                <a:off x="8541000" y="1081440"/>
                <a:ext cx="279000" cy="160920"/>
                <a:chOff x="8541000" y="1081440"/>
                <a:chExt cx="279000" cy="160920"/>
              </a:xfrm>
            </p:grpSpPr>
            <p:sp>
              <p:nvSpPr>
                <p:cNvPr id="590" name="Google Shape;68;p4"/>
                <p:cNvSpPr/>
                <p:nvPr/>
              </p:nvSpPr>
              <p:spPr>
                <a:xfrm flipH="1">
                  <a:off x="8540640" y="108144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1" name="Google Shape;69;p4"/>
                <p:cNvSpPr/>
                <p:nvPr/>
              </p:nvSpPr>
              <p:spPr>
                <a:xfrm flipH="1">
                  <a:off x="8540640" y="112860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2" name="Google Shape;70;p4"/>
                <p:cNvSpPr/>
                <p:nvPr/>
              </p:nvSpPr>
              <p:spPr>
                <a:xfrm flipH="1">
                  <a:off x="8540640" y="117612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3" name="Google Shape;71;p4"/>
                <p:cNvSpPr/>
                <p:nvPr/>
              </p:nvSpPr>
              <p:spPr>
                <a:xfrm flipH="1">
                  <a:off x="8655480" y="1223640"/>
                  <a:ext cx="163800" cy="18720"/>
                </a:xfrm>
                <a:custGeom>
                  <a:avLst/>
                  <a:gdLst>
                    <a:gd name="textAreaLeft" fmla="*/ -360 w 163800"/>
                    <a:gd name="textAreaRight" fmla="*/ 163800 w 163800"/>
                    <a:gd name="textAreaTop" fmla="*/ 0 h 18720"/>
                    <a:gd name="textAreaBottom" fmla="*/ 19080 h 18720"/>
                  </a:gdLst>
                  <a:ahLst/>
                  <a:cxnLst/>
                  <a:rect l="textAreaLeft" t="textAreaTop" r="textAreaRight" b="textAreaBottom"/>
                  <a:pathLst>
                    <a:path w="184689" h="21431">
                      <a:moveTo>
                        <a:pt x="0" y="0"/>
                      </a:moveTo>
                      <a:lnTo>
                        <a:pt x="184690" y="0"/>
                      </a:lnTo>
                      <a:lnTo>
                        <a:pt x="184690" y="21431"/>
                      </a:lnTo>
                      <a:lnTo>
                        <a:pt x="0" y="21431"/>
                      </a:lnTo>
                      <a:close/>
                    </a:path>
                  </a:pathLst>
                </a:custGeom>
                <a:solidFill>
                  <a:srgbClr val="42444F"/>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594" name="Google Shape;72;p4"/>
              <p:cNvSpPr/>
              <p:nvPr/>
            </p:nvSpPr>
            <p:spPr>
              <a:xfrm flipH="1">
                <a:off x="8485200" y="662400"/>
                <a:ext cx="99720" cy="99720"/>
              </a:xfrm>
              <a:custGeom>
                <a:avLst/>
                <a:gdLst>
                  <a:gd name="textAreaLeft" fmla="*/ -360 w 99720"/>
                  <a:gd name="textAreaRight" fmla="*/ 99720 w 99720"/>
                  <a:gd name="textAreaTop" fmla="*/ 0 h 99720"/>
                  <a:gd name="textAreaBottom" fmla="*/ 100080 h 99720"/>
                </a:gdLst>
                <a:ahLst/>
                <a:cxnLst/>
                <a:rect l="textAreaLeft" t="textAreaTop" r="textAreaRight" b="textAreaBottom"/>
                <a:pathLst>
                  <a:path w="112584" h="112585">
                    <a:moveTo>
                      <a:pt x="112585" y="112585"/>
                    </a:moveTo>
                    <a:lnTo>
                      <a:pt x="0" y="112585"/>
                    </a:lnTo>
                    <a:lnTo>
                      <a:pt x="0" y="0"/>
                    </a:lnTo>
                    <a:lnTo>
                      <a:pt x="0" y="0"/>
                    </a:lnTo>
                    <a:cubicBezTo>
                      <a:pt x="43910" y="43910"/>
                      <a:pt x="68580" y="68580"/>
                      <a:pt x="112585" y="112585"/>
                    </a:cubicBezTo>
                    <a:lnTo>
                      <a:pt x="112585" y="112585"/>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95" name="Google Shape;73;p4"/>
            <p:cNvGrpSpPr/>
            <p:nvPr/>
          </p:nvGrpSpPr>
          <p:grpSpPr>
            <a:xfrm>
              <a:off x="8611200" y="777240"/>
              <a:ext cx="389880" cy="663840"/>
              <a:chOff x="8611200" y="777240"/>
              <a:chExt cx="389880" cy="663840"/>
            </a:xfrm>
          </p:grpSpPr>
          <p:sp>
            <p:nvSpPr>
              <p:cNvPr id="596" name="Google Shape;74;p4"/>
              <p:cNvSpPr/>
              <p:nvPr/>
            </p:nvSpPr>
            <p:spPr>
              <a:xfrm flipH="1">
                <a:off x="8610840" y="777240"/>
                <a:ext cx="389880" cy="663840"/>
              </a:xfrm>
              <a:custGeom>
                <a:avLst/>
                <a:gdLst>
                  <a:gd name="textAreaLeft" fmla="*/ -360 w 389880"/>
                  <a:gd name="textAreaRight" fmla="*/ 389880 w 389880"/>
                  <a:gd name="textAreaTop" fmla="*/ 0 h 663840"/>
                  <a:gd name="textAreaBottom" fmla="*/ 664200 h 663840"/>
                </a:gdLst>
                <a:ahLst/>
                <a:cxnLst/>
                <a:rect l="textAreaLeft" t="textAreaTop" r="textAreaRight" b="textAreaBottom"/>
                <a:pathLst>
                  <a:path w="438817" h="746569">
                    <a:moveTo>
                      <a:pt x="438722" y="746570"/>
                    </a:moveTo>
                    <a:lnTo>
                      <a:pt x="0" y="746570"/>
                    </a:lnTo>
                    <a:lnTo>
                      <a:pt x="0" y="0"/>
                    </a:lnTo>
                    <a:lnTo>
                      <a:pt x="326231" y="0"/>
                    </a:lnTo>
                    <a:cubicBezTo>
                      <a:pt x="370141" y="43910"/>
                      <a:pt x="394812" y="68580"/>
                      <a:pt x="438817" y="112586"/>
                    </a:cubicBezTo>
                    <a:lnTo>
                      <a:pt x="438817" y="746570"/>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97" name="Google Shape;75;p4"/>
              <p:cNvGrpSpPr/>
              <p:nvPr/>
            </p:nvGrpSpPr>
            <p:grpSpPr>
              <a:xfrm>
                <a:off x="8666640" y="863280"/>
                <a:ext cx="279000" cy="256320"/>
                <a:chOff x="8666640" y="863280"/>
                <a:chExt cx="279000" cy="256320"/>
              </a:xfrm>
            </p:grpSpPr>
            <p:sp>
              <p:nvSpPr>
                <p:cNvPr id="598" name="Google Shape;76;p4"/>
                <p:cNvSpPr/>
                <p:nvPr/>
              </p:nvSpPr>
              <p:spPr>
                <a:xfrm flipH="1">
                  <a:off x="8666280" y="86328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9" name="Google Shape;77;p4"/>
                <p:cNvSpPr/>
                <p:nvPr/>
              </p:nvSpPr>
              <p:spPr>
                <a:xfrm flipH="1">
                  <a:off x="8666280" y="91080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0" name="Google Shape;78;p4"/>
                <p:cNvSpPr/>
                <p:nvPr/>
              </p:nvSpPr>
              <p:spPr>
                <a:xfrm flipH="1">
                  <a:off x="8666280" y="95832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1" name="Google Shape;79;p4"/>
                <p:cNvSpPr/>
                <p:nvPr/>
              </p:nvSpPr>
              <p:spPr>
                <a:xfrm flipH="1">
                  <a:off x="8666280" y="100584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2" name="Google Shape;80;p4"/>
                <p:cNvSpPr/>
                <p:nvPr/>
              </p:nvSpPr>
              <p:spPr>
                <a:xfrm flipH="1">
                  <a:off x="8666280" y="105336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3" name="Google Shape;81;p4"/>
                <p:cNvSpPr/>
                <p:nvPr/>
              </p:nvSpPr>
              <p:spPr>
                <a:xfrm flipH="1">
                  <a:off x="8781120" y="1100880"/>
                  <a:ext cx="163800" cy="18720"/>
                </a:xfrm>
                <a:custGeom>
                  <a:avLst/>
                  <a:gdLst>
                    <a:gd name="textAreaLeft" fmla="*/ -360 w 163800"/>
                    <a:gd name="textAreaRight" fmla="*/ 163800 w 163800"/>
                    <a:gd name="textAreaTop" fmla="*/ 0 h 18720"/>
                    <a:gd name="textAreaBottom" fmla="*/ 19080 h 18720"/>
                  </a:gdLst>
                  <a:ahLst/>
                  <a:cxnLst/>
                  <a:rect l="textAreaLeft" t="textAreaTop" r="textAreaRight" b="textAreaBottom"/>
                  <a:pathLst>
                    <a:path w="184689" h="21431">
                      <a:moveTo>
                        <a:pt x="0" y="0"/>
                      </a:moveTo>
                      <a:lnTo>
                        <a:pt x="184689" y="0"/>
                      </a:lnTo>
                      <a:lnTo>
                        <a:pt x="184689" y="21431"/>
                      </a:lnTo>
                      <a:lnTo>
                        <a:pt x="-1"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04" name="Google Shape;82;p4"/>
              <p:cNvGrpSpPr/>
              <p:nvPr/>
            </p:nvGrpSpPr>
            <p:grpSpPr>
              <a:xfrm>
                <a:off x="8666640" y="1196280"/>
                <a:ext cx="279000" cy="161280"/>
                <a:chOff x="8666640" y="1196280"/>
                <a:chExt cx="279000" cy="161280"/>
              </a:xfrm>
            </p:grpSpPr>
            <p:sp>
              <p:nvSpPr>
                <p:cNvPr id="605" name="Google Shape;83;p4"/>
                <p:cNvSpPr/>
                <p:nvPr/>
              </p:nvSpPr>
              <p:spPr>
                <a:xfrm flipH="1">
                  <a:off x="8666280" y="119628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6" name="Google Shape;84;p4"/>
                <p:cNvSpPr/>
                <p:nvPr/>
              </p:nvSpPr>
              <p:spPr>
                <a:xfrm flipH="1">
                  <a:off x="8666280" y="124380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7" name="Google Shape;85;p4"/>
                <p:cNvSpPr/>
                <p:nvPr/>
              </p:nvSpPr>
              <p:spPr>
                <a:xfrm flipH="1">
                  <a:off x="8666280" y="129132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8" name="Google Shape;86;p4"/>
                <p:cNvSpPr/>
                <p:nvPr/>
              </p:nvSpPr>
              <p:spPr>
                <a:xfrm flipH="1">
                  <a:off x="8781120" y="1338840"/>
                  <a:ext cx="163800" cy="18720"/>
                </a:xfrm>
                <a:custGeom>
                  <a:avLst/>
                  <a:gdLst>
                    <a:gd name="textAreaLeft" fmla="*/ -360 w 163800"/>
                    <a:gd name="textAreaRight" fmla="*/ 163800 w 163800"/>
                    <a:gd name="textAreaTop" fmla="*/ 0 h 18720"/>
                    <a:gd name="textAreaBottom" fmla="*/ 19080 h 18720"/>
                  </a:gdLst>
                  <a:ahLst/>
                  <a:cxnLst/>
                  <a:rect l="textAreaLeft" t="textAreaTop" r="textAreaRight" b="textAreaBottom"/>
                  <a:pathLst>
                    <a:path w="184689" h="21431">
                      <a:moveTo>
                        <a:pt x="0" y="0"/>
                      </a:moveTo>
                      <a:lnTo>
                        <a:pt x="184689" y="0"/>
                      </a:lnTo>
                      <a:lnTo>
                        <a:pt x="184689" y="21431"/>
                      </a:lnTo>
                      <a:lnTo>
                        <a:pt x="-1"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609" name="Google Shape;87;p4"/>
              <p:cNvSpPr/>
              <p:nvPr/>
            </p:nvSpPr>
            <p:spPr>
              <a:xfrm flipH="1">
                <a:off x="8611200" y="777240"/>
                <a:ext cx="99720" cy="99720"/>
              </a:xfrm>
              <a:custGeom>
                <a:avLst/>
                <a:gdLst>
                  <a:gd name="textAreaLeft" fmla="*/ -360 w 99720"/>
                  <a:gd name="textAreaRight" fmla="*/ 99720 w 99720"/>
                  <a:gd name="textAreaTop" fmla="*/ 0 h 99720"/>
                  <a:gd name="textAreaBottom" fmla="*/ 100080 h 99720"/>
                </a:gdLst>
                <a:ahLst/>
                <a:cxnLst/>
                <a:rect l="textAreaLeft" t="textAreaTop" r="textAreaRight" b="textAreaBottom"/>
                <a:pathLst>
                  <a:path w="112586" h="112585">
                    <a:moveTo>
                      <a:pt x="112586" y="112586"/>
                    </a:moveTo>
                    <a:lnTo>
                      <a:pt x="0" y="112586"/>
                    </a:lnTo>
                    <a:lnTo>
                      <a:pt x="0" y="0"/>
                    </a:lnTo>
                    <a:lnTo>
                      <a:pt x="0" y="0"/>
                    </a:lnTo>
                    <a:cubicBezTo>
                      <a:pt x="43910" y="43910"/>
                      <a:pt x="68581" y="68580"/>
                      <a:pt x="112586" y="112586"/>
                    </a:cubicBezTo>
                    <a:lnTo>
                      <a:pt x="112586" y="112586"/>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610" name="Google Shape;88;p4"/>
          <p:cNvGrpSpPr/>
          <p:nvPr/>
        </p:nvGrpSpPr>
        <p:grpSpPr>
          <a:xfrm>
            <a:off x="8768880" y="1439640"/>
            <a:ext cx="21600" cy="294120"/>
            <a:chOff x="8768880" y="1439640"/>
            <a:chExt cx="21600" cy="294120"/>
          </a:xfrm>
        </p:grpSpPr>
        <p:sp>
          <p:nvSpPr>
            <p:cNvPr id="611" name="Google Shape;89;p4"/>
            <p:cNvSpPr/>
            <p:nvPr/>
          </p:nvSpPr>
          <p:spPr>
            <a:xfrm flipH="1">
              <a:off x="8770680" y="1450440"/>
              <a:ext cx="8280" cy="273240"/>
            </a:xfrm>
            <a:custGeom>
              <a:avLst/>
              <a:gdLst>
                <a:gd name="textAreaLeft" fmla="*/ -360 w 8280"/>
                <a:gd name="textAreaRight" fmla="*/ 8280 w 8280"/>
                <a:gd name="textAreaTop" fmla="*/ 0 h 273240"/>
                <a:gd name="textAreaBottom" fmla="*/ 273600 h 273240"/>
              </a:gdLst>
              <a:ahLst/>
              <a:cxnLst/>
              <a:rect l="textAreaLeft" t="textAreaTop" r="textAreaRight" b="textAreaBottom"/>
              <a:pathLst>
                <a:path w="9525" h="307467">
                  <a:moveTo>
                    <a:pt x="-1" y="307467"/>
                  </a:moveTo>
                  <a:lnTo>
                    <a:pt x="-1" y="0"/>
                  </a:lnTo>
                </a:path>
              </a:pathLst>
            </a:custGeom>
            <a:solidFill>
              <a:schemeClr val="accent4"/>
            </a:solidFill>
            <a:ln w="10950">
              <a:solidFill>
                <a:srgbClr val="6F7082"/>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2" name="Google Shape;90;p4"/>
            <p:cNvSpPr/>
            <p:nvPr/>
          </p:nvSpPr>
          <p:spPr>
            <a:xfrm flipH="1">
              <a:off x="8768880" y="1712160"/>
              <a:ext cx="21600" cy="21600"/>
            </a:xfrm>
            <a:custGeom>
              <a:avLst/>
              <a:gdLst>
                <a:gd name="textAreaLeft" fmla="*/ 360 w 21600"/>
                <a:gd name="textAreaRight" fmla="*/ 22320 w 21600"/>
                <a:gd name="textAreaTop" fmla="*/ 0 h 21600"/>
                <a:gd name="textAreaBottom" fmla="*/ 21960 h 21600"/>
              </a:gdLst>
              <a:ahLst/>
              <a:cxnLst/>
              <a:rect l="textAreaLeft" t="textAreaTop" r="textAreaRight" b="textAreaBottom"/>
              <a:pathLst>
                <a:path w="24764" h="24765">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3" name="Google Shape;91;p4"/>
            <p:cNvSpPr/>
            <p:nvPr/>
          </p:nvSpPr>
          <p:spPr>
            <a:xfrm flipH="1">
              <a:off x="8768880" y="1439640"/>
              <a:ext cx="21600" cy="21600"/>
            </a:xfrm>
            <a:custGeom>
              <a:avLst/>
              <a:gdLst>
                <a:gd name="textAreaLeft" fmla="*/ 360 w 21600"/>
                <a:gd name="textAreaRight" fmla="*/ 22320 w 21600"/>
                <a:gd name="textAreaTop" fmla="*/ 0 h 21600"/>
                <a:gd name="textAreaBottom" fmla="*/ 21960 h 21600"/>
              </a:gdLst>
              <a:ahLst/>
              <a:cxnLst/>
              <a:rect l="textAreaLeft" t="textAreaTop" r="textAreaRight" b="textAreaBottom"/>
              <a:pathLst>
                <a:path w="24764" h="24764">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614" name="Google Shape;92;p4"/>
          <p:cNvSpPr/>
          <p:nvPr/>
        </p:nvSpPr>
        <p:spPr>
          <a:xfrm rot="8662800" flipH="1">
            <a:off x="7371000" y="4169160"/>
            <a:ext cx="2745720" cy="1920960"/>
          </a:xfrm>
          <a:custGeom>
            <a:avLst/>
            <a:gdLst>
              <a:gd name="textAreaLeft" fmla="*/ -360 w 2745720"/>
              <a:gd name="textAreaRight" fmla="*/ 2745720 w 2745720"/>
              <a:gd name="textAreaTop" fmla="*/ 0 h 1920960"/>
              <a:gd name="textAreaBottom" fmla="*/ 1921320 h 192096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615" name="Google Shape;93;p4"/>
          <p:cNvGrpSpPr/>
          <p:nvPr/>
        </p:nvGrpSpPr>
        <p:grpSpPr>
          <a:xfrm>
            <a:off x="122760" y="4228560"/>
            <a:ext cx="829800" cy="750600"/>
            <a:chOff x="122760" y="4228560"/>
            <a:chExt cx="829800" cy="750600"/>
          </a:xfrm>
        </p:grpSpPr>
        <p:grpSp>
          <p:nvGrpSpPr>
            <p:cNvPr id="616" name="Google Shape;94;p4"/>
            <p:cNvGrpSpPr/>
            <p:nvPr/>
          </p:nvGrpSpPr>
          <p:grpSpPr>
            <a:xfrm>
              <a:off x="122760" y="4228560"/>
              <a:ext cx="829800" cy="750600"/>
              <a:chOff x="122760" y="4228560"/>
              <a:chExt cx="829800" cy="750600"/>
            </a:xfrm>
          </p:grpSpPr>
          <p:sp>
            <p:nvSpPr>
              <p:cNvPr id="617" name="Google Shape;95;p4"/>
              <p:cNvSpPr/>
              <p:nvPr/>
            </p:nvSpPr>
            <p:spPr>
              <a:xfrm flipH="1">
                <a:off x="122400" y="4228560"/>
                <a:ext cx="829800" cy="750600"/>
              </a:xfrm>
              <a:custGeom>
                <a:avLst/>
                <a:gdLst>
                  <a:gd name="textAreaLeft" fmla="*/ -360 w 829800"/>
                  <a:gd name="textAreaRight" fmla="*/ 829800 w 829800"/>
                  <a:gd name="textAreaTop" fmla="*/ 0 h 750600"/>
                  <a:gd name="textAreaBottom" fmla="*/ 750960 h 750600"/>
                </a:gdLst>
                <a:ahLst/>
                <a:cxnLst/>
                <a:rect l="textAreaLeft" t="textAreaTop" r="textAreaRight" b="textAreaBottom"/>
                <a:pathLst>
                  <a:path w="598074" h="541115">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18" name="Google Shape;96;p4"/>
              <p:cNvGrpSpPr/>
              <p:nvPr/>
            </p:nvGrpSpPr>
            <p:grpSpPr>
              <a:xfrm>
                <a:off x="183240" y="4271760"/>
                <a:ext cx="228600" cy="57240"/>
                <a:chOff x="183240" y="4271760"/>
                <a:chExt cx="228600" cy="57240"/>
              </a:xfrm>
            </p:grpSpPr>
            <p:sp>
              <p:nvSpPr>
                <p:cNvPr id="619" name="Google Shape;97;p4"/>
                <p:cNvSpPr/>
                <p:nvPr/>
              </p:nvSpPr>
              <p:spPr>
                <a:xfrm flipH="1">
                  <a:off x="182880" y="4271760"/>
                  <a:ext cx="57240" cy="57240"/>
                </a:xfrm>
                <a:custGeom>
                  <a:avLst/>
                  <a:gdLst>
                    <a:gd name="textAreaLeft" fmla="*/ -360 w 57240"/>
                    <a:gd name="textAreaRight" fmla="*/ 5724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0" name="Google Shape;98;p4"/>
                <p:cNvSpPr/>
                <p:nvPr/>
              </p:nvSpPr>
              <p:spPr>
                <a:xfrm flipH="1">
                  <a:off x="268560" y="4271760"/>
                  <a:ext cx="57240" cy="57240"/>
                </a:xfrm>
                <a:custGeom>
                  <a:avLst/>
                  <a:gdLst>
                    <a:gd name="textAreaLeft" fmla="*/ -360 w 57240"/>
                    <a:gd name="textAreaRight" fmla="*/ 5724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1" name="Google Shape;99;p4"/>
                <p:cNvSpPr/>
                <p:nvPr/>
              </p:nvSpPr>
              <p:spPr>
                <a:xfrm flipH="1">
                  <a:off x="354240" y="4271760"/>
                  <a:ext cx="57240" cy="57240"/>
                </a:xfrm>
                <a:custGeom>
                  <a:avLst/>
                  <a:gdLst>
                    <a:gd name="textAreaLeft" fmla="*/ -360 w 57240"/>
                    <a:gd name="textAreaRight" fmla="*/ 5724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622" name="Google Shape;100;p4"/>
            <p:cNvGrpSpPr/>
            <p:nvPr/>
          </p:nvGrpSpPr>
          <p:grpSpPr>
            <a:xfrm>
              <a:off x="207720" y="4457520"/>
              <a:ext cx="651960" cy="336960"/>
              <a:chOff x="207720" y="4457520"/>
              <a:chExt cx="651960" cy="336960"/>
            </a:xfrm>
          </p:grpSpPr>
          <p:sp>
            <p:nvSpPr>
              <p:cNvPr id="623" name="Google Shape;101;p4"/>
              <p:cNvSpPr/>
              <p:nvPr/>
            </p:nvSpPr>
            <p:spPr>
              <a:xfrm flipH="1">
                <a:off x="556560" y="4469760"/>
                <a:ext cx="302760" cy="302400"/>
              </a:xfrm>
              <a:custGeom>
                <a:avLst/>
                <a:gdLst>
                  <a:gd name="textAreaLeft" fmla="*/ -360 w 302760"/>
                  <a:gd name="textAreaRight" fmla="*/ 302760 w 302760"/>
                  <a:gd name="textAreaTop" fmla="*/ 0 h 302400"/>
                  <a:gd name="textAreaBottom" fmla="*/ 302760 h 302400"/>
                </a:gdLst>
                <a:ahLst/>
                <a:cxnLst/>
                <a:rect l="textAreaLeft" t="textAreaTop" r="textAreaRight" b="textAreaBottom"/>
                <a:pathLst>
                  <a:path w="218503" h="218217">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624" name="Google Shape;102;p4"/>
              <p:cNvGrpSpPr/>
              <p:nvPr/>
            </p:nvGrpSpPr>
            <p:grpSpPr>
              <a:xfrm>
                <a:off x="207720" y="4457520"/>
                <a:ext cx="296640" cy="336960"/>
                <a:chOff x="207720" y="4457520"/>
                <a:chExt cx="296640" cy="336960"/>
              </a:xfrm>
            </p:grpSpPr>
            <p:grpSp>
              <p:nvGrpSpPr>
                <p:cNvPr id="625" name="Google Shape;103;p4"/>
                <p:cNvGrpSpPr/>
                <p:nvPr/>
              </p:nvGrpSpPr>
              <p:grpSpPr>
                <a:xfrm>
                  <a:off x="207720" y="4666680"/>
                  <a:ext cx="296640" cy="127800"/>
                  <a:chOff x="207720" y="4666680"/>
                  <a:chExt cx="296640" cy="127800"/>
                </a:xfrm>
              </p:grpSpPr>
              <p:sp>
                <p:nvSpPr>
                  <p:cNvPr id="626" name="Google Shape;104;p4"/>
                  <p:cNvSpPr/>
                  <p:nvPr/>
                </p:nvSpPr>
                <p:spPr>
                  <a:xfrm flipH="1">
                    <a:off x="207720" y="4693680"/>
                    <a:ext cx="296640" cy="100800"/>
                  </a:xfrm>
                  <a:custGeom>
                    <a:avLst/>
                    <a:gdLst>
                      <a:gd name="textAreaLeft" fmla="*/ 360 w 296640"/>
                      <a:gd name="textAreaRight" fmla="*/ 29736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7" name="Google Shape;105;p4"/>
                  <p:cNvSpPr/>
                  <p:nvPr/>
                </p:nvSpPr>
                <p:spPr>
                  <a:xfrm flipH="1">
                    <a:off x="207720" y="4666680"/>
                    <a:ext cx="296640" cy="53640"/>
                  </a:xfrm>
                  <a:custGeom>
                    <a:avLst/>
                    <a:gdLst>
                      <a:gd name="textAreaLeft" fmla="*/ 360 w 296640"/>
                      <a:gd name="textAreaRight" fmla="*/ 29736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28" name="Google Shape;106;p4"/>
                <p:cNvGrpSpPr/>
                <p:nvPr/>
              </p:nvGrpSpPr>
              <p:grpSpPr>
                <a:xfrm>
                  <a:off x="207720" y="4562280"/>
                  <a:ext cx="296640" cy="127800"/>
                  <a:chOff x="207720" y="4562280"/>
                  <a:chExt cx="296640" cy="127800"/>
                </a:xfrm>
              </p:grpSpPr>
              <p:sp>
                <p:nvSpPr>
                  <p:cNvPr id="629" name="Google Shape;107;p4"/>
                  <p:cNvSpPr/>
                  <p:nvPr/>
                </p:nvSpPr>
                <p:spPr>
                  <a:xfrm flipH="1">
                    <a:off x="207720" y="4589280"/>
                    <a:ext cx="296640" cy="100800"/>
                  </a:xfrm>
                  <a:custGeom>
                    <a:avLst/>
                    <a:gdLst>
                      <a:gd name="textAreaLeft" fmla="*/ 360 w 296640"/>
                      <a:gd name="textAreaRight" fmla="*/ 29736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0" name="Google Shape;108;p4"/>
                  <p:cNvSpPr/>
                  <p:nvPr/>
                </p:nvSpPr>
                <p:spPr>
                  <a:xfrm flipH="1">
                    <a:off x="207720" y="4562280"/>
                    <a:ext cx="296640" cy="53640"/>
                  </a:xfrm>
                  <a:custGeom>
                    <a:avLst/>
                    <a:gdLst>
                      <a:gd name="textAreaLeft" fmla="*/ 360 w 296640"/>
                      <a:gd name="textAreaRight" fmla="*/ 29736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31" name="Google Shape;109;p4"/>
                <p:cNvGrpSpPr/>
                <p:nvPr/>
              </p:nvGrpSpPr>
              <p:grpSpPr>
                <a:xfrm>
                  <a:off x="207720" y="4457520"/>
                  <a:ext cx="296640" cy="127800"/>
                  <a:chOff x="207720" y="4457520"/>
                  <a:chExt cx="296640" cy="127800"/>
                </a:xfrm>
              </p:grpSpPr>
              <p:sp>
                <p:nvSpPr>
                  <p:cNvPr id="632" name="Google Shape;110;p4"/>
                  <p:cNvSpPr/>
                  <p:nvPr/>
                </p:nvSpPr>
                <p:spPr>
                  <a:xfrm flipH="1">
                    <a:off x="207720" y="4484520"/>
                    <a:ext cx="296640" cy="100800"/>
                  </a:xfrm>
                  <a:custGeom>
                    <a:avLst/>
                    <a:gdLst>
                      <a:gd name="textAreaLeft" fmla="*/ 360 w 296640"/>
                      <a:gd name="textAreaRight" fmla="*/ 29736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3" name="Google Shape;111;p4"/>
                  <p:cNvSpPr/>
                  <p:nvPr/>
                </p:nvSpPr>
                <p:spPr>
                  <a:xfrm flipH="1">
                    <a:off x="207720" y="4457520"/>
                    <a:ext cx="296640" cy="53640"/>
                  </a:xfrm>
                  <a:custGeom>
                    <a:avLst/>
                    <a:gdLst>
                      <a:gd name="textAreaLeft" fmla="*/ 360 w 296640"/>
                      <a:gd name="textAreaRight" fmla="*/ 29736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sp>
        <p:nvSpPr>
          <p:cNvPr id="63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635" name="Google Shape;118;p5"/>
          <p:cNvSpPr/>
          <p:nvPr/>
        </p:nvSpPr>
        <p:spPr>
          <a:xfrm rot="5551800">
            <a:off x="-721080" y="4084560"/>
            <a:ext cx="2053800" cy="1764720"/>
          </a:xfrm>
          <a:custGeom>
            <a:avLst/>
            <a:gdLst>
              <a:gd name="textAreaLeft" fmla="*/ 0 w 2053800"/>
              <a:gd name="textAreaRight" fmla="*/ 2054160 w 2053800"/>
              <a:gd name="textAreaTop" fmla="*/ 0 h 1764720"/>
              <a:gd name="textAreaBottom" fmla="*/ 1765080 h 176472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6" name="Google Shape;119;p5"/>
          <p:cNvSpPr/>
          <p:nvPr/>
        </p:nvSpPr>
        <p:spPr>
          <a:xfrm rot="21139200">
            <a:off x="-850320" y="-888840"/>
            <a:ext cx="2082240" cy="1683720"/>
          </a:xfrm>
          <a:custGeom>
            <a:avLst/>
            <a:gdLst>
              <a:gd name="textAreaLeft" fmla="*/ 0 w 2082240"/>
              <a:gd name="textAreaRight" fmla="*/ 2082600 w 2082240"/>
              <a:gd name="textAreaTop" fmla="*/ 0 h 1683720"/>
              <a:gd name="textAreaBottom" fmla="*/ 1684080 h 16837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7" name="Google Shape;120;p5"/>
          <p:cNvSpPr/>
          <p:nvPr/>
        </p:nvSpPr>
        <p:spPr>
          <a:xfrm rot="3259800">
            <a:off x="7063200" y="-804240"/>
            <a:ext cx="3168000" cy="2561760"/>
          </a:xfrm>
          <a:custGeom>
            <a:avLst/>
            <a:gdLst>
              <a:gd name="textAreaLeft" fmla="*/ 0 w 3168000"/>
              <a:gd name="textAreaRight" fmla="*/ 3168360 w 3168000"/>
              <a:gd name="textAreaTop" fmla="*/ 0 h 2561760"/>
              <a:gd name="textAreaBottom" fmla="*/ 2562120 h 256176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63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639" name="Google Shape;123;p6"/>
          <p:cNvSpPr/>
          <p:nvPr/>
        </p:nvSpPr>
        <p:spPr>
          <a:xfrm rot="12523200">
            <a:off x="85680" y="-754920"/>
            <a:ext cx="1683360" cy="1313640"/>
          </a:xfrm>
          <a:custGeom>
            <a:avLst/>
            <a:gdLst>
              <a:gd name="textAreaLeft" fmla="*/ 0 w 1683360"/>
              <a:gd name="textAreaRight" fmla="*/ 1683720 w 1683360"/>
              <a:gd name="textAreaTop" fmla="*/ 0 h 1313640"/>
              <a:gd name="textAreaBottom" fmla="*/ 1314000 h 131364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640" name="Google Shape;124;p6"/>
          <p:cNvGrpSpPr/>
          <p:nvPr/>
        </p:nvGrpSpPr>
        <p:grpSpPr>
          <a:xfrm>
            <a:off x="6779160" y="192960"/>
            <a:ext cx="2107800" cy="297000"/>
            <a:chOff x="6779160" y="192960"/>
            <a:chExt cx="2107800" cy="297000"/>
          </a:xfrm>
        </p:grpSpPr>
        <p:sp>
          <p:nvSpPr>
            <p:cNvPr id="641" name="Google Shape;125;p6"/>
            <p:cNvSpPr/>
            <p:nvPr/>
          </p:nvSpPr>
          <p:spPr>
            <a:xfrm>
              <a:off x="6779160" y="192960"/>
              <a:ext cx="2107800" cy="297000"/>
            </a:xfrm>
            <a:custGeom>
              <a:avLst/>
              <a:gdLst>
                <a:gd name="textAreaLeft" fmla="*/ 0 w 2107800"/>
                <a:gd name="textAreaRight" fmla="*/ 2108160 w 2107800"/>
                <a:gd name="textAreaTop" fmla="*/ 0 h 297000"/>
                <a:gd name="textAreaBottom" fmla="*/ 297360 h 297000"/>
              </a:gdLst>
              <a:ahLst/>
              <a:cxnLst/>
              <a:rect l="textAreaLeft" t="textAreaTop" r="textAreaRight" b="textAreaBottom"/>
              <a:pathLst>
                <a:path w="1633727" h="230504">
                  <a:moveTo>
                    <a:pt x="1518476" y="0"/>
                  </a:moveTo>
                  <a:cubicBezTo>
                    <a:pt x="1582128" y="0"/>
                    <a:pt x="1633728" y="51600"/>
                    <a:pt x="1633728" y="115253"/>
                  </a:cubicBezTo>
                  <a:lnTo>
                    <a:pt x="1633728" y="115253"/>
                  </a:lnTo>
                  <a:cubicBezTo>
                    <a:pt x="1633728" y="178905"/>
                    <a:pt x="1582128" y="230505"/>
                    <a:pt x="1518476" y="230505"/>
                  </a:cubicBezTo>
                  <a:lnTo>
                    <a:pt x="115252" y="230505"/>
                  </a:lnTo>
                  <a:cubicBezTo>
                    <a:pt x="51601" y="230505"/>
                    <a:pt x="0" y="178905"/>
                    <a:pt x="0" y="115253"/>
                  </a:cubicBezTo>
                  <a:lnTo>
                    <a:pt x="0" y="115253"/>
                  </a:lnTo>
                  <a:cubicBezTo>
                    <a:pt x="0" y="51600"/>
                    <a:pt x="51601" y="0"/>
                    <a:pt x="115252"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2" name="Google Shape;126;p6"/>
            <p:cNvSpPr/>
            <p:nvPr/>
          </p:nvSpPr>
          <p:spPr>
            <a:xfrm>
              <a:off x="8611920" y="227160"/>
              <a:ext cx="214560" cy="213480"/>
            </a:xfrm>
            <a:custGeom>
              <a:avLst/>
              <a:gdLst>
                <a:gd name="textAreaLeft" fmla="*/ 0 w 214560"/>
                <a:gd name="textAreaRight" fmla="*/ 214920 w 214560"/>
                <a:gd name="textAreaTop" fmla="*/ 0 h 213480"/>
                <a:gd name="textAreaBottom" fmla="*/ 213840 h 213480"/>
              </a:gdLst>
              <a:ahLst/>
              <a:cxnLst/>
              <a:rect l="textAreaLeft" t="textAreaTop" r="textAreaRight" b="textAreaBottom"/>
              <a:pathLst>
                <a:path w="166485" h="165854">
                  <a:moveTo>
                    <a:pt x="161532" y="137469"/>
                  </a:moveTo>
                  <a:lnTo>
                    <a:pt x="120003" y="95941"/>
                  </a:lnTo>
                  <a:lnTo>
                    <a:pt x="113336" y="102608"/>
                  </a:lnTo>
                  <a:lnTo>
                    <a:pt x="105811" y="95083"/>
                  </a:lnTo>
                  <a:cubicBezTo>
                    <a:pt x="123622" y="71842"/>
                    <a:pt x="122194" y="38600"/>
                    <a:pt x="100953" y="17359"/>
                  </a:cubicBezTo>
                  <a:cubicBezTo>
                    <a:pt x="77807" y="-5786"/>
                    <a:pt x="40374" y="-5786"/>
                    <a:pt x="17324" y="17359"/>
                  </a:cubicBezTo>
                  <a:cubicBezTo>
                    <a:pt x="-5727" y="40505"/>
                    <a:pt x="-5822" y="77938"/>
                    <a:pt x="17324" y="100989"/>
                  </a:cubicBezTo>
                  <a:cubicBezTo>
                    <a:pt x="38850" y="122515"/>
                    <a:pt x="72568" y="123754"/>
                    <a:pt x="95809" y="105275"/>
                  </a:cubicBezTo>
                  <a:lnTo>
                    <a:pt x="103334" y="112800"/>
                  </a:lnTo>
                  <a:lnTo>
                    <a:pt x="96667" y="119467"/>
                  </a:lnTo>
                  <a:lnTo>
                    <a:pt x="138196" y="160996"/>
                  </a:lnTo>
                  <a:cubicBezTo>
                    <a:pt x="144673" y="167473"/>
                    <a:pt x="155150" y="167473"/>
                    <a:pt x="161627" y="160996"/>
                  </a:cubicBezTo>
                  <a:lnTo>
                    <a:pt x="161627" y="160996"/>
                  </a:lnTo>
                  <a:cubicBezTo>
                    <a:pt x="168104" y="154519"/>
                    <a:pt x="168104" y="144042"/>
                    <a:pt x="161627" y="137565"/>
                  </a:cubicBezTo>
                  <a:close/>
                  <a:moveTo>
                    <a:pt x="59138" y="102513"/>
                  </a:moveTo>
                  <a:cubicBezTo>
                    <a:pt x="54471" y="102513"/>
                    <a:pt x="49899" y="101751"/>
                    <a:pt x="45612" y="100417"/>
                  </a:cubicBezTo>
                  <a:cubicBezTo>
                    <a:pt x="33611" y="96512"/>
                    <a:pt x="23896" y="87463"/>
                    <a:pt x="19133" y="75938"/>
                  </a:cubicBezTo>
                  <a:cubicBezTo>
                    <a:pt x="16942" y="70794"/>
                    <a:pt x="15799" y="65175"/>
                    <a:pt x="15799" y="59269"/>
                  </a:cubicBezTo>
                  <a:cubicBezTo>
                    <a:pt x="15799" y="35361"/>
                    <a:pt x="35231" y="15931"/>
                    <a:pt x="59138" y="15931"/>
                  </a:cubicBezTo>
                  <a:cubicBezTo>
                    <a:pt x="65044" y="15931"/>
                    <a:pt x="70663" y="17074"/>
                    <a:pt x="75807" y="19264"/>
                  </a:cubicBezTo>
                  <a:cubicBezTo>
                    <a:pt x="87332" y="24122"/>
                    <a:pt x="96381" y="33742"/>
                    <a:pt x="100286" y="45744"/>
                  </a:cubicBezTo>
                  <a:cubicBezTo>
                    <a:pt x="101715" y="50030"/>
                    <a:pt x="102382" y="54507"/>
                    <a:pt x="102382" y="59269"/>
                  </a:cubicBezTo>
                  <a:cubicBezTo>
                    <a:pt x="102382" y="83177"/>
                    <a:pt x="83046" y="102513"/>
                    <a:pt x="59138" y="102513"/>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3" name="Google Shape;127;p6"/>
            <p:cNvSpPr/>
            <p:nvPr/>
          </p:nvSpPr>
          <p:spPr>
            <a:xfrm>
              <a:off x="8543160" y="224280"/>
              <a:ext cx="9360" cy="224640"/>
            </a:xfrm>
            <a:custGeom>
              <a:avLst/>
              <a:gdLst>
                <a:gd name="textAreaLeft" fmla="*/ 0 w 9360"/>
                <a:gd name="textAreaRight" fmla="*/ 9720 w 9360"/>
                <a:gd name="textAreaTop" fmla="*/ 0 h 224640"/>
                <a:gd name="textAreaBottom" fmla="*/ 225000 h 224640"/>
              </a:gdLst>
              <a:ahLst/>
              <a:cxnLst/>
              <a:rect l="textAreaLeft" t="textAreaTop" r="textAreaRight" b="textAreaBottom"/>
              <a:pathLst>
                <a:path w="7620" h="174307">
                  <a:moveTo>
                    <a:pt x="3810" y="174308"/>
                  </a:moveTo>
                  <a:lnTo>
                    <a:pt x="3810" y="174308"/>
                  </a:lnTo>
                  <a:cubicBezTo>
                    <a:pt x="1714" y="174308"/>
                    <a:pt x="0" y="172593"/>
                    <a:pt x="0" y="170497"/>
                  </a:cubicBezTo>
                  <a:lnTo>
                    <a:pt x="0" y="3810"/>
                  </a:lnTo>
                  <a:cubicBezTo>
                    <a:pt x="0" y="1714"/>
                    <a:pt x="1714" y="0"/>
                    <a:pt x="3810" y="0"/>
                  </a:cubicBezTo>
                  <a:lnTo>
                    <a:pt x="3810" y="0"/>
                  </a:lnTo>
                  <a:cubicBezTo>
                    <a:pt x="5905" y="0"/>
                    <a:pt x="7620" y="1714"/>
                    <a:pt x="7620" y="3810"/>
                  </a:cubicBezTo>
                  <a:lnTo>
                    <a:pt x="7620" y="170497"/>
                  </a:lnTo>
                  <a:cubicBezTo>
                    <a:pt x="7620" y="172593"/>
                    <a:pt x="5905" y="174308"/>
                    <a:pt x="3810" y="174308"/>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644" name="Google Shape;128;p6"/>
          <p:cNvSpPr/>
          <p:nvPr/>
        </p:nvSpPr>
        <p:spPr>
          <a:xfrm rot="532800" flipH="1">
            <a:off x="-513720" y="4385160"/>
            <a:ext cx="1514520" cy="1224720"/>
          </a:xfrm>
          <a:custGeom>
            <a:avLst/>
            <a:gdLst>
              <a:gd name="textAreaLeft" fmla="*/ -360 w 1514520"/>
              <a:gd name="textAreaRight" fmla="*/ 1514520 w 1514520"/>
              <a:gd name="textAreaTop" fmla="*/ 0 h 1224720"/>
              <a:gd name="textAreaBottom" fmla="*/ 1225080 h 12247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645" name="Google Shape;129;p6"/>
          <p:cNvGrpSpPr/>
          <p:nvPr/>
        </p:nvGrpSpPr>
        <p:grpSpPr>
          <a:xfrm>
            <a:off x="-148680" y="4544280"/>
            <a:ext cx="783720" cy="583920"/>
            <a:chOff x="-148680" y="4544280"/>
            <a:chExt cx="783720" cy="583920"/>
          </a:xfrm>
        </p:grpSpPr>
        <p:grpSp>
          <p:nvGrpSpPr>
            <p:cNvPr id="646" name="Google Shape;130;p6"/>
            <p:cNvGrpSpPr/>
            <p:nvPr/>
          </p:nvGrpSpPr>
          <p:grpSpPr>
            <a:xfrm>
              <a:off x="-148680" y="4544280"/>
              <a:ext cx="783720" cy="583920"/>
              <a:chOff x="-148680" y="4544280"/>
              <a:chExt cx="783720" cy="583920"/>
            </a:xfrm>
          </p:grpSpPr>
          <p:sp>
            <p:nvSpPr>
              <p:cNvPr id="647" name="Google Shape;131;p6"/>
              <p:cNvSpPr/>
              <p:nvPr/>
            </p:nvSpPr>
            <p:spPr>
              <a:xfrm>
                <a:off x="25920" y="4544280"/>
                <a:ext cx="609120" cy="409680"/>
              </a:xfrm>
              <a:custGeom>
                <a:avLst/>
                <a:gdLst>
                  <a:gd name="textAreaLeft" fmla="*/ 0 w 609120"/>
                  <a:gd name="textAreaRight" fmla="*/ 609480 w 609120"/>
                  <a:gd name="textAreaTop" fmla="*/ 0 h 409680"/>
                  <a:gd name="textAreaBottom" fmla="*/ 410040 h 409680"/>
                </a:gdLst>
                <a:ahLst/>
                <a:cxnLst/>
                <a:rect l="textAreaLeft" t="textAreaTop" r="textAreaRight" b="textAreaBottom"/>
                <a:pathLst>
                  <a:path w="445389" h="299466">
                    <a:moveTo>
                      <a:pt x="139065" y="7620"/>
                    </a:moveTo>
                    <a:lnTo>
                      <a:pt x="173355" y="41910"/>
                    </a:lnTo>
                    <a:cubicBezTo>
                      <a:pt x="178308" y="46863"/>
                      <a:pt x="185071" y="49721"/>
                      <a:pt x="192119" y="49721"/>
                    </a:cubicBezTo>
                    <a:lnTo>
                      <a:pt x="418910" y="49721"/>
                    </a:lnTo>
                    <a:cubicBezTo>
                      <a:pt x="433578" y="49721"/>
                      <a:pt x="445389" y="61627"/>
                      <a:pt x="445389" y="76200"/>
                    </a:cubicBezTo>
                    <a:lnTo>
                      <a:pt x="445389" y="272987"/>
                    </a:lnTo>
                    <a:cubicBezTo>
                      <a:pt x="445389" y="287655"/>
                      <a:pt x="433483" y="299466"/>
                      <a:pt x="418910" y="299466"/>
                    </a:cubicBezTo>
                    <a:lnTo>
                      <a:pt x="26479" y="299466"/>
                    </a:lnTo>
                    <a:cubicBezTo>
                      <a:pt x="11811" y="299466"/>
                      <a:pt x="0" y="287560"/>
                      <a:pt x="0" y="272987"/>
                    </a:cubicBezTo>
                    <a:lnTo>
                      <a:pt x="0" y="26479"/>
                    </a:lnTo>
                    <a:cubicBezTo>
                      <a:pt x="0" y="11811"/>
                      <a:pt x="11906" y="0"/>
                      <a:pt x="26479" y="0"/>
                    </a:cubicBezTo>
                    <a:lnTo>
                      <a:pt x="120396" y="0"/>
                    </a:lnTo>
                    <a:cubicBezTo>
                      <a:pt x="127444" y="0"/>
                      <a:pt x="134207" y="2762"/>
                      <a:pt x="139160" y="7715"/>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8" name="Google Shape;132;p6"/>
              <p:cNvSpPr/>
              <p:nvPr/>
            </p:nvSpPr>
            <p:spPr>
              <a:xfrm>
                <a:off x="-61560" y="4631400"/>
                <a:ext cx="609120" cy="409680"/>
              </a:xfrm>
              <a:custGeom>
                <a:avLst/>
                <a:gdLst>
                  <a:gd name="textAreaLeft" fmla="*/ 0 w 609120"/>
                  <a:gd name="textAreaRight" fmla="*/ 609480 w 609120"/>
                  <a:gd name="textAreaTop" fmla="*/ 0 h 409680"/>
                  <a:gd name="textAreaBottom" fmla="*/ 410040 h 409680"/>
                </a:gdLst>
                <a:ahLst/>
                <a:cxnLst/>
                <a:rect l="textAreaLeft" t="textAreaTop" r="textAreaRight" b="textAreaBottom"/>
                <a:pathLst>
                  <a:path w="445389" h="299465">
                    <a:moveTo>
                      <a:pt x="139065" y="7715"/>
                    </a:moveTo>
                    <a:lnTo>
                      <a:pt x="173355" y="42005"/>
                    </a:lnTo>
                    <a:cubicBezTo>
                      <a:pt x="178308" y="46958"/>
                      <a:pt x="185071" y="49721"/>
                      <a:pt x="192119" y="49721"/>
                    </a:cubicBezTo>
                    <a:lnTo>
                      <a:pt x="418909" y="49721"/>
                    </a:lnTo>
                    <a:cubicBezTo>
                      <a:pt x="433578" y="49721"/>
                      <a:pt x="445389" y="61627"/>
                      <a:pt x="445389" y="76200"/>
                    </a:cubicBezTo>
                    <a:lnTo>
                      <a:pt x="445389" y="272986"/>
                    </a:lnTo>
                    <a:cubicBezTo>
                      <a:pt x="445389" y="287655"/>
                      <a:pt x="433483" y="299466"/>
                      <a:pt x="418909" y="299466"/>
                    </a:cubicBezTo>
                    <a:lnTo>
                      <a:pt x="26480" y="299466"/>
                    </a:lnTo>
                    <a:cubicBezTo>
                      <a:pt x="11811" y="299466"/>
                      <a:pt x="0" y="287560"/>
                      <a:pt x="0" y="272986"/>
                    </a:cubicBezTo>
                    <a:lnTo>
                      <a:pt x="0" y="26479"/>
                    </a:lnTo>
                    <a:cubicBezTo>
                      <a:pt x="0" y="11811"/>
                      <a:pt x="11906" y="0"/>
                      <a:pt x="26480" y="0"/>
                    </a:cubicBezTo>
                    <a:lnTo>
                      <a:pt x="120396" y="0"/>
                    </a:lnTo>
                    <a:cubicBezTo>
                      <a:pt x="127445" y="0"/>
                      <a:pt x="134207" y="2762"/>
                      <a:pt x="139160" y="7715"/>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9" name="Google Shape;133;p6"/>
              <p:cNvSpPr/>
              <p:nvPr/>
            </p:nvSpPr>
            <p:spPr>
              <a:xfrm>
                <a:off x="-148680" y="4718520"/>
                <a:ext cx="609120" cy="409680"/>
              </a:xfrm>
              <a:custGeom>
                <a:avLst/>
                <a:gdLst>
                  <a:gd name="textAreaLeft" fmla="*/ 0 w 609120"/>
                  <a:gd name="textAreaRight" fmla="*/ 609480 w 609120"/>
                  <a:gd name="textAreaTop" fmla="*/ 0 h 409680"/>
                  <a:gd name="textAreaBottom" fmla="*/ 410040 h 409680"/>
                </a:gdLst>
                <a:ahLst/>
                <a:cxnLst/>
                <a:rect l="textAreaLeft" t="textAreaTop" r="textAreaRight" b="textAreaBottom"/>
                <a:pathLst>
                  <a:path w="445389" h="299466">
                    <a:moveTo>
                      <a:pt x="139065" y="7715"/>
                    </a:moveTo>
                    <a:lnTo>
                      <a:pt x="173355" y="42005"/>
                    </a:lnTo>
                    <a:cubicBezTo>
                      <a:pt x="178308" y="46958"/>
                      <a:pt x="185071" y="49721"/>
                      <a:pt x="192119" y="49721"/>
                    </a:cubicBezTo>
                    <a:lnTo>
                      <a:pt x="418909" y="49721"/>
                    </a:lnTo>
                    <a:cubicBezTo>
                      <a:pt x="433578" y="49721"/>
                      <a:pt x="445389" y="61627"/>
                      <a:pt x="445389" y="76200"/>
                    </a:cubicBezTo>
                    <a:lnTo>
                      <a:pt x="445389" y="272987"/>
                    </a:lnTo>
                    <a:cubicBezTo>
                      <a:pt x="445389" y="287655"/>
                      <a:pt x="433483" y="299466"/>
                      <a:pt x="418909" y="299466"/>
                    </a:cubicBezTo>
                    <a:lnTo>
                      <a:pt x="26479" y="299466"/>
                    </a:lnTo>
                    <a:cubicBezTo>
                      <a:pt x="11811" y="299466"/>
                      <a:pt x="0" y="287560"/>
                      <a:pt x="0" y="272987"/>
                    </a:cubicBezTo>
                    <a:lnTo>
                      <a:pt x="0" y="26479"/>
                    </a:lnTo>
                    <a:cubicBezTo>
                      <a:pt x="0" y="11811"/>
                      <a:pt x="11906" y="0"/>
                      <a:pt x="26479" y="0"/>
                    </a:cubicBezTo>
                    <a:lnTo>
                      <a:pt x="120396" y="0"/>
                    </a:lnTo>
                    <a:cubicBezTo>
                      <a:pt x="127444" y="0"/>
                      <a:pt x="134207" y="2762"/>
                      <a:pt x="139160" y="7715"/>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650" name="Google Shape;134;p6"/>
            <p:cNvSpPr/>
            <p:nvPr/>
          </p:nvSpPr>
          <p:spPr>
            <a:xfrm>
              <a:off x="1080" y="4886280"/>
              <a:ext cx="304920" cy="139320"/>
            </a:xfrm>
            <a:custGeom>
              <a:avLst/>
              <a:gdLst>
                <a:gd name="textAreaLeft" fmla="*/ 0 w 304920"/>
                <a:gd name="textAreaRight" fmla="*/ 305280 w 304920"/>
                <a:gd name="textAreaTop" fmla="*/ 0 h 139320"/>
                <a:gd name="textAreaBottom" fmla="*/ 139680 h 139320"/>
              </a:gdLst>
              <a:ahLst/>
              <a:cxnLst/>
              <a:rect l="textAreaLeft" t="textAreaTop" r="textAreaRight" b="textAreaBottom"/>
              <a:pathLst>
                <a:path w="222980" h="101917">
                  <a:moveTo>
                    <a:pt x="25051" y="45529"/>
                  </a:moveTo>
                  <a:lnTo>
                    <a:pt x="0" y="45529"/>
                  </a:lnTo>
                  <a:lnTo>
                    <a:pt x="0" y="56388"/>
                  </a:lnTo>
                  <a:lnTo>
                    <a:pt x="25051" y="56388"/>
                  </a:lnTo>
                  <a:lnTo>
                    <a:pt x="25051" y="45529"/>
                  </a:lnTo>
                  <a:close/>
                  <a:moveTo>
                    <a:pt x="115538" y="79153"/>
                  </a:moveTo>
                  <a:lnTo>
                    <a:pt x="184023" y="79153"/>
                  </a:lnTo>
                  <a:lnTo>
                    <a:pt x="184023" y="68294"/>
                  </a:lnTo>
                  <a:lnTo>
                    <a:pt x="115538" y="68294"/>
                  </a:lnTo>
                  <a:lnTo>
                    <a:pt x="115538" y="79153"/>
                  </a:lnTo>
                  <a:close/>
                  <a:moveTo>
                    <a:pt x="32766" y="56388"/>
                  </a:moveTo>
                  <a:lnTo>
                    <a:pt x="129730" y="56388"/>
                  </a:lnTo>
                  <a:lnTo>
                    <a:pt x="129730" y="45529"/>
                  </a:lnTo>
                  <a:lnTo>
                    <a:pt x="32766" y="45529"/>
                  </a:lnTo>
                  <a:lnTo>
                    <a:pt x="32766" y="56388"/>
                  </a:lnTo>
                  <a:close/>
                  <a:moveTo>
                    <a:pt x="184023" y="0"/>
                  </a:moveTo>
                  <a:lnTo>
                    <a:pt x="23908" y="0"/>
                  </a:lnTo>
                  <a:lnTo>
                    <a:pt x="23908" y="10858"/>
                  </a:lnTo>
                  <a:lnTo>
                    <a:pt x="184023" y="10858"/>
                  </a:lnTo>
                  <a:lnTo>
                    <a:pt x="184023" y="0"/>
                  </a:lnTo>
                  <a:close/>
                  <a:moveTo>
                    <a:pt x="47815" y="22765"/>
                  </a:moveTo>
                  <a:lnTo>
                    <a:pt x="0" y="22765"/>
                  </a:lnTo>
                  <a:lnTo>
                    <a:pt x="0" y="33623"/>
                  </a:lnTo>
                  <a:lnTo>
                    <a:pt x="47815" y="33623"/>
                  </a:lnTo>
                  <a:lnTo>
                    <a:pt x="47815" y="22765"/>
                  </a:lnTo>
                  <a:close/>
                  <a:moveTo>
                    <a:pt x="102584" y="68294"/>
                  </a:moveTo>
                  <a:lnTo>
                    <a:pt x="0" y="68294"/>
                  </a:lnTo>
                  <a:lnTo>
                    <a:pt x="0" y="79153"/>
                  </a:lnTo>
                  <a:lnTo>
                    <a:pt x="102584" y="79153"/>
                  </a:lnTo>
                  <a:lnTo>
                    <a:pt x="102584" y="68294"/>
                  </a:lnTo>
                  <a:close/>
                  <a:moveTo>
                    <a:pt x="146875" y="101918"/>
                  </a:moveTo>
                  <a:lnTo>
                    <a:pt x="195644" y="101918"/>
                  </a:lnTo>
                  <a:lnTo>
                    <a:pt x="195644" y="91059"/>
                  </a:lnTo>
                  <a:lnTo>
                    <a:pt x="146875" y="91059"/>
                  </a:lnTo>
                  <a:lnTo>
                    <a:pt x="146875" y="101918"/>
                  </a:lnTo>
                  <a:close/>
                  <a:moveTo>
                    <a:pt x="0" y="101918"/>
                  </a:moveTo>
                  <a:lnTo>
                    <a:pt x="62198" y="101918"/>
                  </a:lnTo>
                  <a:lnTo>
                    <a:pt x="62198" y="91059"/>
                  </a:lnTo>
                  <a:lnTo>
                    <a:pt x="0" y="91059"/>
                  </a:lnTo>
                  <a:lnTo>
                    <a:pt x="0" y="101918"/>
                  </a:lnTo>
                  <a:close/>
                  <a:moveTo>
                    <a:pt x="60769" y="33623"/>
                  </a:moveTo>
                  <a:lnTo>
                    <a:pt x="222980" y="33623"/>
                  </a:lnTo>
                  <a:lnTo>
                    <a:pt x="222980" y="22765"/>
                  </a:lnTo>
                  <a:lnTo>
                    <a:pt x="60769" y="22765"/>
                  </a:lnTo>
                  <a:lnTo>
                    <a:pt x="60769" y="33623"/>
                  </a:lnTo>
                  <a:close/>
                  <a:moveTo>
                    <a:pt x="190500" y="0"/>
                  </a:moveTo>
                  <a:lnTo>
                    <a:pt x="190500" y="10858"/>
                  </a:lnTo>
                  <a:lnTo>
                    <a:pt x="222980" y="10858"/>
                  </a:lnTo>
                  <a:lnTo>
                    <a:pt x="222980" y="0"/>
                  </a:lnTo>
                  <a:lnTo>
                    <a:pt x="190500" y="0"/>
                  </a:lnTo>
                  <a:close/>
                  <a:moveTo>
                    <a:pt x="137350" y="56388"/>
                  </a:moveTo>
                  <a:lnTo>
                    <a:pt x="222980" y="56388"/>
                  </a:lnTo>
                  <a:lnTo>
                    <a:pt x="222980" y="45529"/>
                  </a:lnTo>
                  <a:lnTo>
                    <a:pt x="137350" y="45529"/>
                  </a:lnTo>
                  <a:lnTo>
                    <a:pt x="137350" y="56388"/>
                  </a:lnTo>
                  <a:close/>
                  <a:moveTo>
                    <a:pt x="196882" y="79153"/>
                  </a:moveTo>
                  <a:lnTo>
                    <a:pt x="222885" y="79153"/>
                  </a:lnTo>
                  <a:lnTo>
                    <a:pt x="222885" y="68294"/>
                  </a:lnTo>
                  <a:lnTo>
                    <a:pt x="196882" y="68294"/>
                  </a:lnTo>
                  <a:lnTo>
                    <a:pt x="196882" y="79153"/>
                  </a:lnTo>
                  <a:close/>
                  <a:moveTo>
                    <a:pt x="75057" y="101918"/>
                  </a:moveTo>
                  <a:lnTo>
                    <a:pt x="139065" y="101918"/>
                  </a:lnTo>
                  <a:lnTo>
                    <a:pt x="139065" y="91059"/>
                  </a:lnTo>
                  <a:lnTo>
                    <a:pt x="75057" y="91059"/>
                  </a:lnTo>
                  <a:lnTo>
                    <a:pt x="75057" y="101918"/>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651" name="Google Shape;135;p6"/>
          <p:cNvSpPr/>
          <p:nvPr/>
        </p:nvSpPr>
        <p:spPr>
          <a:xfrm rot="5844000">
            <a:off x="8030880" y="2339280"/>
            <a:ext cx="2404080" cy="1318320"/>
          </a:xfrm>
          <a:custGeom>
            <a:avLst/>
            <a:gdLst>
              <a:gd name="textAreaLeft" fmla="*/ 0 w 2404080"/>
              <a:gd name="textAreaRight" fmla="*/ 2404440 w 2404080"/>
              <a:gd name="textAreaTop" fmla="*/ 0 h 1318320"/>
              <a:gd name="textAreaBottom" fmla="*/ 1318680 h 1318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653" name="PlaceHolder 1"/>
          <p:cNvSpPr>
            <a:spLocks noGrp="1"/>
          </p:cNvSpPr>
          <p:nvPr>
            <p:ph type="title"/>
          </p:nvPr>
        </p:nvSpPr>
        <p:spPr>
          <a:xfrm>
            <a:off x="811800" y="1032840"/>
            <a:ext cx="2804040" cy="1006560"/>
          </a:xfrm>
          <a:prstGeom prst="rect">
            <a:avLst/>
          </a:prstGeom>
          <a:noFill/>
          <a:ln w="0">
            <a:noFill/>
          </a:ln>
        </p:spPr>
        <p:txBody>
          <a:bodyPr lIns="91440" tIns="91440" rIns="91440" bIns="91440" anchor="b">
            <a:noAutofit/>
          </a:bodyPr>
          <a:lstStyle/>
          <a:p>
            <a:pPr indent="0">
              <a:buNone/>
            </a:pPr>
            <a:r>
              <a:rPr lang="fr-FR" sz="3000" b="0" u="none" strike="noStrike">
                <a:solidFill>
                  <a:schemeClr val="dk1"/>
                </a:solidFill>
                <a:effectLst/>
                <a:uFillTx/>
                <a:latin typeface="Arial"/>
              </a:rPr>
              <a:t>Click to edit the title text format</a:t>
            </a:r>
          </a:p>
        </p:txBody>
      </p:sp>
      <p:sp>
        <p:nvSpPr>
          <p:cNvPr id="654" name="PlaceHolder 2"/>
          <p:cNvSpPr>
            <a:spLocks noGrp="1"/>
          </p:cNvSpPr>
          <p:nvPr>
            <p:ph type="body"/>
          </p:nvPr>
        </p:nvSpPr>
        <p:spPr>
          <a:xfrm>
            <a:off x="5668920" y="1076400"/>
            <a:ext cx="2990160" cy="2990160"/>
          </a:xfrm>
          <a:prstGeom prst="rect">
            <a:avLst/>
          </a:prstGeom>
          <a:noFill/>
          <a:ln w="0">
            <a:noFill/>
          </a:ln>
        </p:spPr>
        <p:txBody>
          <a:bodyPr lIns="90000" tIns="45000" rIns="90000" bIns="45000" anchor="t">
            <a:normAutofit fontScale="40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655" name="Google Shape;140;p7"/>
          <p:cNvSpPr/>
          <p:nvPr/>
        </p:nvSpPr>
        <p:spPr>
          <a:xfrm rot="19218600">
            <a:off x="-1265040" y="-661320"/>
            <a:ext cx="3096000" cy="2008800"/>
          </a:xfrm>
          <a:custGeom>
            <a:avLst/>
            <a:gdLst>
              <a:gd name="textAreaLeft" fmla="*/ 0 w 3096000"/>
              <a:gd name="textAreaRight" fmla="*/ 3096360 w 3096000"/>
              <a:gd name="textAreaTop" fmla="*/ 0 h 2008800"/>
              <a:gd name="textAreaBottom" fmla="*/ 2009160 h 20088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6" name="Google Shape;141;p7"/>
          <p:cNvSpPr/>
          <p:nvPr/>
        </p:nvSpPr>
        <p:spPr>
          <a:xfrm rot="14303400">
            <a:off x="-734760" y="4231800"/>
            <a:ext cx="2035800" cy="1508400"/>
          </a:xfrm>
          <a:custGeom>
            <a:avLst/>
            <a:gdLst>
              <a:gd name="textAreaLeft" fmla="*/ 0 w 2035800"/>
              <a:gd name="textAreaRight" fmla="*/ 2036160 w 2035800"/>
              <a:gd name="textAreaTop" fmla="*/ 0 h 1508400"/>
              <a:gd name="textAreaBottom" fmla="*/ 1508760 h 15084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657" name="Google Shape;142;p7"/>
          <p:cNvGrpSpPr/>
          <p:nvPr/>
        </p:nvGrpSpPr>
        <p:grpSpPr>
          <a:xfrm>
            <a:off x="65160" y="4372920"/>
            <a:ext cx="877680" cy="654480"/>
            <a:chOff x="65160" y="4372920"/>
            <a:chExt cx="877680" cy="654480"/>
          </a:xfrm>
        </p:grpSpPr>
        <p:grpSp>
          <p:nvGrpSpPr>
            <p:cNvPr id="658" name="Google Shape;143;p7"/>
            <p:cNvGrpSpPr/>
            <p:nvPr/>
          </p:nvGrpSpPr>
          <p:grpSpPr>
            <a:xfrm>
              <a:off x="65160" y="4372920"/>
              <a:ext cx="877680" cy="654480"/>
              <a:chOff x="65160" y="4372920"/>
              <a:chExt cx="877680" cy="654480"/>
            </a:xfrm>
          </p:grpSpPr>
          <p:sp>
            <p:nvSpPr>
              <p:cNvPr id="659" name="Google Shape;144;p7"/>
              <p:cNvSpPr/>
              <p:nvPr/>
            </p:nvSpPr>
            <p:spPr>
              <a:xfrm>
                <a:off x="260640" y="437292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0" name="Google Shape;145;p7"/>
              <p:cNvSpPr/>
              <p:nvPr/>
            </p:nvSpPr>
            <p:spPr>
              <a:xfrm>
                <a:off x="162720" y="447084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1" name="Google Shape;146;p7"/>
              <p:cNvSpPr/>
              <p:nvPr/>
            </p:nvSpPr>
            <p:spPr>
              <a:xfrm>
                <a:off x="65160" y="456876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662" name="Google Shape;147;p7"/>
            <p:cNvSpPr/>
            <p:nvPr/>
          </p:nvSpPr>
          <p:spPr>
            <a:xfrm>
              <a:off x="354240" y="4783320"/>
              <a:ext cx="105120" cy="125280"/>
            </a:xfrm>
            <a:custGeom>
              <a:avLst/>
              <a:gdLst>
                <a:gd name="textAreaLeft" fmla="*/ 0 w 105120"/>
                <a:gd name="textAreaRight" fmla="*/ 105480 w 105120"/>
                <a:gd name="textAreaTop" fmla="*/ 0 h 125280"/>
                <a:gd name="textAreaBottom" fmla="*/ 125640 h 125280"/>
              </a:gdLst>
              <a:ahLst/>
              <a:cxnLst/>
              <a:rect l="textAreaLeft" t="textAreaTop" r="textAreaRight" b="textAreaBottom"/>
              <a:pathLst>
                <a:path w="68735" h="82063">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663" name="PlaceHolder 1"/>
          <p:cNvSpPr>
            <a:spLocks noGrp="1"/>
          </p:cNvSpPr>
          <p:nvPr>
            <p:ph type="title"/>
          </p:nvPr>
        </p:nvSpPr>
        <p:spPr>
          <a:xfrm>
            <a:off x="2318040" y="1307160"/>
            <a:ext cx="4507920" cy="2529000"/>
          </a:xfrm>
          <a:prstGeom prst="rect">
            <a:avLst/>
          </a:prstGeom>
          <a:noFill/>
          <a:ln w="0">
            <a:noFill/>
          </a:ln>
        </p:spPr>
        <p:txBody>
          <a:bodyPr lIns="91440" tIns="91440" rIns="91440" bIns="91440" anchor="ctr">
            <a:noAutofit/>
          </a:bodyPr>
          <a:lstStyle/>
          <a:p>
            <a:pPr indent="0">
              <a:buNone/>
            </a:pPr>
            <a:r>
              <a:rPr lang="fr-FR" sz="10000" b="0" u="none" strike="noStrike">
                <a:solidFill>
                  <a:schemeClr val="dk1"/>
                </a:solidFill>
                <a:effectLst/>
                <a:uFillTx/>
                <a:latin typeface="Arial"/>
              </a:rPr>
              <a:t>Click to edit the title text format</a:t>
            </a:r>
          </a:p>
        </p:txBody>
      </p:sp>
      <p:sp>
        <p:nvSpPr>
          <p:cNvPr id="664" name="Google Shape;150;p8"/>
          <p:cNvSpPr/>
          <p:nvPr/>
        </p:nvSpPr>
        <p:spPr>
          <a:xfrm rot="18336600" flipH="1">
            <a:off x="5846760" y="3927960"/>
            <a:ext cx="2997360" cy="2575800"/>
          </a:xfrm>
          <a:custGeom>
            <a:avLst/>
            <a:gdLst>
              <a:gd name="textAreaLeft" fmla="*/ 360 w 2997360"/>
              <a:gd name="textAreaRight" fmla="*/ 2998080 w 2997360"/>
              <a:gd name="textAreaTop" fmla="*/ 0 h 2575800"/>
              <a:gd name="textAreaBottom" fmla="*/ 2576160 h 257580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5" name="Google Shape;151;p8"/>
          <p:cNvSpPr/>
          <p:nvPr/>
        </p:nvSpPr>
        <p:spPr>
          <a:xfrm rot="460800" flipH="1">
            <a:off x="6386400" y="-1517040"/>
            <a:ext cx="4086720" cy="3304440"/>
          </a:xfrm>
          <a:custGeom>
            <a:avLst/>
            <a:gdLst>
              <a:gd name="textAreaLeft" fmla="*/ 360 w 4086720"/>
              <a:gd name="textAreaRight" fmla="*/ 4087440 w 4086720"/>
              <a:gd name="textAreaTop" fmla="*/ 0 h 3304440"/>
              <a:gd name="textAreaBottom" fmla="*/ 3304800 h 33044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6" name="Google Shape;152;p8"/>
          <p:cNvSpPr/>
          <p:nvPr/>
        </p:nvSpPr>
        <p:spPr>
          <a:xfrm rot="17007000" flipH="1">
            <a:off x="6120" y="113040"/>
            <a:ext cx="642600" cy="519480"/>
          </a:xfrm>
          <a:custGeom>
            <a:avLst/>
            <a:gdLst>
              <a:gd name="textAreaLeft" fmla="*/ -360 w 642600"/>
              <a:gd name="textAreaRight" fmla="*/ 642600 w 642600"/>
              <a:gd name="textAreaTop" fmla="*/ 0 h 519480"/>
              <a:gd name="textAreaBottom" fmla="*/ 519840 h 51948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667" name="PlaceHolder 1"/>
          <p:cNvSpPr>
            <a:spLocks noGrp="1"/>
          </p:cNvSpPr>
          <p:nvPr>
            <p:ph type="title"/>
          </p:nvPr>
        </p:nvSpPr>
        <p:spPr>
          <a:xfrm>
            <a:off x="2135520" y="1189080"/>
            <a:ext cx="4872600" cy="1964160"/>
          </a:xfrm>
          <a:prstGeom prst="rect">
            <a:avLst/>
          </a:prstGeom>
          <a:noFill/>
          <a:ln w="0">
            <a:noFill/>
          </a:ln>
        </p:spPr>
        <p:txBody>
          <a:bodyPr lIns="91440" tIns="91440" rIns="91440" bIns="91440" anchor="ctr">
            <a:noAutofit/>
          </a:bodyPr>
          <a:lstStyle/>
          <a:p>
            <a:pPr indent="0">
              <a:buNone/>
            </a:pPr>
            <a:r>
              <a:rPr lang="fr-FR" sz="15000" b="0" u="none" strike="noStrike">
                <a:solidFill>
                  <a:schemeClr val="dk1"/>
                </a:solidFill>
                <a:effectLst/>
                <a:uFillTx/>
                <a:latin typeface="Arial"/>
              </a:rPr>
              <a:t>Click to edit the title text format</a:t>
            </a:r>
          </a:p>
        </p:txBody>
      </p:sp>
      <p:sp>
        <p:nvSpPr>
          <p:cNvPr id="668" name="Google Shape;156;p9"/>
          <p:cNvSpPr/>
          <p:nvPr/>
        </p:nvSpPr>
        <p:spPr>
          <a:xfrm rot="3263400">
            <a:off x="-163440" y="3927960"/>
            <a:ext cx="2997360" cy="2575800"/>
          </a:xfrm>
          <a:custGeom>
            <a:avLst/>
            <a:gdLst>
              <a:gd name="textAreaLeft" fmla="*/ 0 w 2997360"/>
              <a:gd name="textAreaRight" fmla="*/ 2997720 w 2997360"/>
              <a:gd name="textAreaTop" fmla="*/ 0 h 2575800"/>
              <a:gd name="textAreaBottom" fmla="*/ 2576160 h 257580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9" name="Google Shape;157;p9"/>
          <p:cNvSpPr/>
          <p:nvPr/>
        </p:nvSpPr>
        <p:spPr>
          <a:xfrm rot="21139200">
            <a:off x="-1793160" y="-1517040"/>
            <a:ext cx="4086720" cy="3304440"/>
          </a:xfrm>
          <a:custGeom>
            <a:avLst/>
            <a:gdLst>
              <a:gd name="textAreaLeft" fmla="*/ 0 w 4086720"/>
              <a:gd name="textAreaRight" fmla="*/ 4087080 w 4086720"/>
              <a:gd name="textAreaTop" fmla="*/ 0 h 3304440"/>
              <a:gd name="textAreaBottom" fmla="*/ 3304800 h 33044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0" name="Google Shape;158;p9"/>
          <p:cNvSpPr/>
          <p:nvPr/>
        </p:nvSpPr>
        <p:spPr>
          <a:xfrm rot="4591800">
            <a:off x="7797600" y="592920"/>
            <a:ext cx="1474920" cy="1192320"/>
          </a:xfrm>
          <a:custGeom>
            <a:avLst/>
            <a:gdLst>
              <a:gd name="textAreaLeft" fmla="*/ 0 w 1474920"/>
              <a:gd name="textAreaRight" fmla="*/ 1475280 w 1474920"/>
              <a:gd name="textAreaTop" fmla="*/ 0 h 1192320"/>
              <a:gd name="textAreaBottom" fmla="*/ 1192680 h 1192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671" name="PlaceHolder 1"/>
          <p:cNvSpPr>
            <a:spLocks noGrp="1"/>
          </p:cNvSpPr>
          <p:nvPr>
            <p:ph type="title"/>
          </p:nvPr>
        </p:nvSpPr>
        <p:spPr>
          <a:xfrm>
            <a:off x="720000" y="4014360"/>
            <a:ext cx="7703640" cy="572400"/>
          </a:xfrm>
          <a:prstGeom prst="rect">
            <a:avLst/>
          </a:prstGeom>
          <a:solidFill>
            <a:schemeClr val="accent2"/>
          </a:solid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rgbClr val="0E2A47"/>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
    <p:bg>
      <p:bgPr>
        <a:solidFill>
          <a:srgbClr val="0E2A47"/>
        </a:solidFill>
        <a:effectLst/>
      </p:bgPr>
    </p:bg>
    <p:spTree>
      <p:nvGrpSpPr>
        <p:cNvPr id="1" name=""/>
        <p:cNvGrpSpPr/>
        <p:nvPr/>
      </p:nvGrpSpPr>
      <p:grpSpPr>
        <a:xfrm>
          <a:off x="0" y="0"/>
          <a:ext cx="0" cy="0"/>
          <a:chOff x="0" y="0"/>
          <a:chExt cx="0" cy="0"/>
        </a:xfrm>
      </p:grpSpPr>
      <p:sp>
        <p:nvSpPr>
          <p:cNvPr id="672" name="PlaceHolder 1"/>
          <p:cNvSpPr>
            <a:spLocks noGrp="1"/>
          </p:cNvSpPr>
          <p:nvPr>
            <p:ph type="title"/>
          </p:nvPr>
        </p:nvSpPr>
        <p:spPr>
          <a:xfrm>
            <a:off x="716760" y="510840"/>
            <a:ext cx="7710120" cy="48204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5.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3" r:id="rId1"/>
    <p:sldLayoutId id="2147483674"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3" name="Google Shape;754;p28"/>
          <p:cNvSpPr/>
          <p:nvPr/>
        </p:nvSpPr>
        <p:spPr>
          <a:xfrm rot="1053600">
            <a:off x="4909680" y="420840"/>
            <a:ext cx="4314600" cy="4418280"/>
          </a:xfrm>
          <a:custGeom>
            <a:avLst/>
            <a:gdLst>
              <a:gd name="textAreaLeft" fmla="*/ 0 w 4314600"/>
              <a:gd name="textAreaRight" fmla="*/ 4314960 w 4314600"/>
              <a:gd name="textAreaTop" fmla="*/ 0 h 4418280"/>
              <a:gd name="textAreaBottom" fmla="*/ 4418640 h 4418280"/>
            </a:gdLst>
            <a:ahLst/>
            <a:cxnLst/>
            <a:rect l="textAreaLeft" t="textAreaTop" r="textAreaRight" b="textAreaBottom"/>
            <a:pathLst>
              <a:path w="45721" h="44028">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4" name="PlaceHolder 1"/>
          <p:cNvSpPr>
            <a:spLocks noGrp="1"/>
          </p:cNvSpPr>
          <p:nvPr>
            <p:ph type="title"/>
          </p:nvPr>
        </p:nvSpPr>
        <p:spPr>
          <a:xfrm>
            <a:off x="714240" y="1143000"/>
            <a:ext cx="4114440" cy="2381040"/>
          </a:xfrm>
          <a:prstGeom prst="rect">
            <a:avLst/>
          </a:prstGeom>
          <a:noFill/>
          <a:ln w="0">
            <a:noFill/>
          </a:ln>
        </p:spPr>
        <p:txBody>
          <a:bodyPr lIns="91440" tIns="91440" rIns="91440" bIns="91440" anchor="b">
            <a:normAutofit/>
          </a:bodyPr>
          <a:lstStyle/>
          <a:p>
            <a:pPr indent="0">
              <a:lnSpc>
                <a:spcPct val="100000"/>
              </a:lnSpc>
              <a:buNone/>
              <a:tabLst>
                <a:tab pos="0" algn="l"/>
              </a:tabLst>
            </a:pPr>
            <a:r>
              <a:rPr lang="fr-FR" sz="5000" b="0" u="none" strike="noStrike" dirty="0">
                <a:solidFill>
                  <a:schemeClr val="dk1"/>
                </a:solidFill>
                <a:effectLst/>
                <a:uFillTx/>
                <a:latin typeface="Arial"/>
              </a:rPr>
              <a:t>Bright Tv </a:t>
            </a:r>
            <a:r>
              <a:rPr lang="fr-FR" sz="5000" b="0" u="none" strike="noStrike" dirty="0" err="1">
                <a:solidFill>
                  <a:schemeClr val="dk1"/>
                </a:solidFill>
                <a:effectLst/>
                <a:uFillTx/>
                <a:latin typeface="Arial"/>
              </a:rPr>
              <a:t>Analysis</a:t>
            </a:r>
            <a:r>
              <a:rPr lang="fr-FR" sz="5000" b="0" u="none" strike="noStrike" dirty="0">
                <a:solidFill>
                  <a:schemeClr val="dk1"/>
                </a:solidFill>
                <a:effectLst/>
                <a:uFillTx/>
                <a:latin typeface="Arial"/>
              </a:rPr>
              <a:t> </a:t>
            </a:r>
          </a:p>
        </p:txBody>
      </p:sp>
      <p:sp>
        <p:nvSpPr>
          <p:cNvPr id="675" name="PlaceHolder 2"/>
          <p:cNvSpPr>
            <a:spLocks noGrp="1"/>
          </p:cNvSpPr>
          <p:nvPr>
            <p:ph type="subTitle"/>
          </p:nvPr>
        </p:nvSpPr>
        <p:spPr>
          <a:xfrm>
            <a:off x="714240" y="3524400"/>
            <a:ext cx="4114440" cy="475920"/>
          </a:xfrm>
          <a:prstGeom prst="rect">
            <a:avLst/>
          </a:prstGeom>
          <a:noFill/>
          <a:ln w="0">
            <a:noFill/>
          </a:ln>
        </p:spPr>
        <p:txBody>
          <a:bodyPr lIns="91440" tIns="91440" rIns="91440" bIns="91440" anchor="t">
            <a:normAutofit fontScale="70000" lnSpcReduction="20000"/>
          </a:bodyPr>
          <a:lstStyle/>
          <a:p>
            <a:pPr indent="0">
              <a:lnSpc>
                <a:spcPct val="100000"/>
              </a:lnSpc>
              <a:buNone/>
              <a:tabLst>
                <a:tab pos="0" algn="l"/>
              </a:tabLst>
            </a:pPr>
            <a:r>
              <a:rPr lang="en-US" sz="1600" b="0" u="none" strike="noStrike">
                <a:solidFill>
                  <a:schemeClr val="dk1"/>
                </a:solidFill>
                <a:effectLst/>
                <a:uFillTx/>
                <a:latin typeface="Lato"/>
                <a:ea typeface="Lato"/>
              </a:rPr>
              <a:t>Executive overview of performance, audience insights, and monetization opportunities.</a:t>
            </a:r>
            <a:endParaRPr lang="en-US" sz="1600" b="0" u="none" strike="noStrike">
              <a:solidFill>
                <a:srgbClr val="000000"/>
              </a:solidFill>
              <a:effectLst/>
              <a:uFillTx/>
              <a:latin typeface="OpenSymbol"/>
            </a:endParaRPr>
          </a:p>
        </p:txBody>
      </p:sp>
      <p:pic>
        <p:nvPicPr>
          <p:cNvPr id="4" name="Picture 3">
            <a:extLst>
              <a:ext uri="{FF2B5EF4-FFF2-40B4-BE49-F238E27FC236}">
                <a16:creationId xmlns:a16="http://schemas.microsoft.com/office/drawing/2014/main" id="{BAFFBE12-EF2D-F44D-F07B-19FB2336B8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95568" y="1142640"/>
            <a:ext cx="4448432" cy="3135951"/>
          </a:xfrm>
          <a:prstGeom prst="rect">
            <a:avLst/>
          </a:prstGeom>
        </p:spPr>
      </p:pic>
      <p:sp>
        <p:nvSpPr>
          <p:cNvPr id="5" name="PlaceHolder 2">
            <a:extLst>
              <a:ext uri="{FF2B5EF4-FFF2-40B4-BE49-F238E27FC236}">
                <a16:creationId xmlns:a16="http://schemas.microsoft.com/office/drawing/2014/main" id="{F68A4E61-F8DD-B6B9-561C-6705C99BB0A3}"/>
              </a:ext>
            </a:extLst>
          </p:cNvPr>
          <p:cNvSpPr txBox="1">
            <a:spLocks/>
          </p:cNvSpPr>
          <p:nvPr/>
        </p:nvSpPr>
        <p:spPr>
          <a:xfrm>
            <a:off x="0" y="4556165"/>
            <a:ext cx="4114440" cy="475920"/>
          </a:xfrm>
          <a:prstGeom prst="rect">
            <a:avLst/>
          </a:prstGeom>
          <a:noFill/>
          <a:ln w="0">
            <a:noFill/>
          </a:ln>
        </p:spPr>
        <p:txBody>
          <a:bodyPr lIns="91440" tIns="91440" rIns="91440" bIns="9144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tabLst>
                <a:tab pos="0" algn="l"/>
              </a:tabLst>
            </a:pPr>
            <a:r>
              <a:rPr lang="en-US" sz="1200" dirty="0">
                <a:solidFill>
                  <a:schemeClr val="dk1"/>
                </a:solidFill>
                <a:latin typeface="Lato"/>
                <a:ea typeface="Lato"/>
              </a:rPr>
              <a:t>Presented by Musiiwa Thandabantu</a:t>
            </a:r>
            <a:endParaRPr lang="en-US" sz="1200" dirty="0">
              <a:solidFill>
                <a:srgbClr val="000000"/>
              </a:solidFill>
              <a:latin typeface="OpenSymbo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alpha val="18741"/>
          </a:schemeClr>
        </a:solidFill>
        <a:effectLst/>
      </p:bgPr>
    </p:bg>
    <p:spTree>
      <p:nvGrpSpPr>
        <p:cNvPr id="1" name=""/>
        <p:cNvGrpSpPr/>
        <p:nvPr/>
      </p:nvGrpSpPr>
      <p:grpSpPr>
        <a:xfrm>
          <a:off x="0" y="0"/>
          <a:ext cx="0" cy="0"/>
          <a:chOff x="0" y="0"/>
          <a:chExt cx="0" cy="0"/>
        </a:xfrm>
      </p:grpSpPr>
      <p:sp>
        <p:nvSpPr>
          <p:cNvPr id="855" name="Google Shape;966;p31"/>
          <p:cNvSpPr/>
          <p:nvPr/>
        </p:nvSpPr>
        <p:spPr>
          <a:xfrm rot="4500000">
            <a:off x="4600800" y="7200"/>
            <a:ext cx="5575320" cy="4866840"/>
          </a:xfrm>
          <a:custGeom>
            <a:avLst/>
            <a:gdLst>
              <a:gd name="textAreaLeft" fmla="*/ 0 w 5575320"/>
              <a:gd name="textAreaRight" fmla="*/ 5575680 w 5575320"/>
              <a:gd name="textAreaTop" fmla="*/ 0 h 4866840"/>
              <a:gd name="textAreaBottom" fmla="*/ 4867200 h 4866840"/>
            </a:gdLst>
            <a:ahLst/>
            <a:cxnLst/>
            <a:rect l="textAreaLeft" t="textAreaTop" r="textAreaRight" b="textAreaBottom"/>
            <a:pathLst>
              <a:path w="45721" h="44028">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6" name="PlaceHolder 1"/>
          <p:cNvSpPr>
            <a:spLocks noGrp="1"/>
          </p:cNvSpPr>
          <p:nvPr>
            <p:ph type="title"/>
          </p:nvPr>
        </p:nvSpPr>
        <p:spPr>
          <a:xfrm>
            <a:off x="837072" y="529110"/>
            <a:ext cx="2800080" cy="100944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000" b="1" u="none" strike="noStrike" dirty="0">
                <a:solidFill>
                  <a:schemeClr val="dk1"/>
                </a:solidFill>
                <a:effectLst/>
                <a:uFillTx/>
                <a:latin typeface="Epilogue"/>
                <a:ea typeface="Epilogue"/>
              </a:rPr>
              <a:t>Content</a:t>
            </a:r>
            <a:endParaRPr lang="fr-FR" sz="3000" b="0" u="none" strike="noStrike" dirty="0">
              <a:solidFill>
                <a:schemeClr val="dk1"/>
              </a:solidFill>
              <a:effectLst/>
              <a:uFillTx/>
              <a:latin typeface="Arial"/>
            </a:endParaRPr>
          </a:p>
        </p:txBody>
      </p:sp>
      <p:sp>
        <p:nvSpPr>
          <p:cNvPr id="857" name="PlaceHolder 2"/>
          <p:cNvSpPr>
            <a:spLocks noGrp="1"/>
          </p:cNvSpPr>
          <p:nvPr>
            <p:ph type="subTitle"/>
          </p:nvPr>
        </p:nvSpPr>
        <p:spPr>
          <a:xfrm>
            <a:off x="818784" y="1538550"/>
            <a:ext cx="4295520" cy="2066400"/>
          </a:xfrm>
          <a:prstGeom prst="rect">
            <a:avLst/>
          </a:prstGeom>
          <a:noFill/>
          <a:ln w="0">
            <a:noFill/>
          </a:ln>
        </p:spPr>
        <p:txBody>
          <a:bodyPr lIns="91440" tIns="91440" rIns="91440" bIns="91440" anchor="t">
            <a:normAutofit/>
          </a:bodyPr>
          <a:lstStyle/>
          <a:p>
            <a:pPr marL="171450" indent="-171450">
              <a:lnSpc>
                <a:spcPct val="100000"/>
              </a:lnSpc>
              <a:buFont typeface="Wingdings" pitchFamily="2" charset="2"/>
              <a:buChar char="q"/>
              <a:tabLst>
                <a:tab pos="0" algn="l"/>
              </a:tabLst>
            </a:pPr>
            <a:r>
              <a:rPr lang="en-US" sz="1200" u="none" strike="noStrike" dirty="0">
                <a:solidFill>
                  <a:schemeClr val="dk1"/>
                </a:solidFill>
                <a:effectLst/>
                <a:uFillTx/>
                <a:latin typeface="Epilogue"/>
              </a:rPr>
              <a:t>Total Viewing Duration by Age Group	</a:t>
            </a:r>
          </a:p>
          <a:p>
            <a:pPr marL="171450" indent="-171450">
              <a:lnSpc>
                <a:spcPct val="100000"/>
              </a:lnSpc>
              <a:buFont typeface="Wingdings" pitchFamily="2" charset="2"/>
              <a:buChar char="q"/>
              <a:tabLst>
                <a:tab pos="0" algn="l"/>
              </a:tabLst>
            </a:pPr>
            <a:r>
              <a:rPr lang="en-US" sz="1200" dirty="0">
                <a:solidFill>
                  <a:schemeClr val="dk1"/>
                </a:solidFill>
                <a:latin typeface="Epilogue"/>
              </a:rPr>
              <a:t>Monthly Viewer Trends</a:t>
            </a:r>
          </a:p>
          <a:p>
            <a:pPr marL="171450" indent="-171450">
              <a:lnSpc>
                <a:spcPct val="100000"/>
              </a:lnSpc>
              <a:buFont typeface="Wingdings" pitchFamily="2" charset="2"/>
              <a:buChar char="q"/>
              <a:tabLst>
                <a:tab pos="0" algn="l"/>
              </a:tabLst>
            </a:pPr>
            <a:r>
              <a:rPr lang="en-US" sz="1200" u="none" strike="noStrike" dirty="0">
                <a:solidFill>
                  <a:schemeClr val="dk1"/>
                </a:solidFill>
                <a:effectLst/>
                <a:uFillTx/>
                <a:latin typeface="Epilogue"/>
              </a:rPr>
              <a:t>Audience Segmentation by  Age Group and Gender</a:t>
            </a:r>
          </a:p>
          <a:p>
            <a:pPr marL="171450" indent="-171450">
              <a:lnSpc>
                <a:spcPct val="100000"/>
              </a:lnSpc>
              <a:buFont typeface="Wingdings" pitchFamily="2" charset="2"/>
              <a:buChar char="q"/>
              <a:tabLst>
                <a:tab pos="0" algn="l"/>
              </a:tabLst>
            </a:pPr>
            <a:r>
              <a:rPr lang="en-US" sz="1200" u="none" strike="noStrike" dirty="0">
                <a:solidFill>
                  <a:schemeClr val="dk1"/>
                </a:solidFill>
                <a:effectLst/>
                <a:uFillTx/>
                <a:latin typeface="Epilogue"/>
              </a:rPr>
              <a:t>Top 10 Channels by Total Viewing Duration</a:t>
            </a:r>
          </a:p>
          <a:p>
            <a:pPr marL="171450" indent="-171450">
              <a:lnSpc>
                <a:spcPct val="100000"/>
              </a:lnSpc>
              <a:buFont typeface="Wingdings" pitchFamily="2" charset="2"/>
              <a:buChar char="q"/>
              <a:tabLst>
                <a:tab pos="0" algn="l"/>
              </a:tabLst>
            </a:pPr>
            <a:r>
              <a:rPr lang="en-US" sz="1200" u="none" strike="noStrike" dirty="0">
                <a:solidFill>
                  <a:schemeClr val="dk1"/>
                </a:solidFill>
                <a:effectLst/>
                <a:uFillTx/>
                <a:latin typeface="Epilogue"/>
              </a:rPr>
              <a:t>Audience Reach by Province</a:t>
            </a:r>
          </a:p>
          <a:p>
            <a:pPr marL="171450" indent="-171450">
              <a:lnSpc>
                <a:spcPct val="100000"/>
              </a:lnSpc>
              <a:buFont typeface="Wingdings" pitchFamily="2" charset="2"/>
              <a:buChar char="q"/>
              <a:tabLst>
                <a:tab pos="0" algn="l"/>
              </a:tabLst>
            </a:pPr>
            <a:r>
              <a:rPr lang="en-US" sz="1200" u="none" strike="noStrike" dirty="0">
                <a:solidFill>
                  <a:schemeClr val="dk1"/>
                </a:solidFill>
                <a:effectLst/>
                <a:uFillTx/>
                <a:latin typeface="Epilogue"/>
              </a:rPr>
              <a:t>Total Viewing Duration by Age Group</a:t>
            </a:r>
          </a:p>
          <a:p>
            <a:pPr marL="171450" indent="-171450">
              <a:lnSpc>
                <a:spcPct val="100000"/>
              </a:lnSpc>
              <a:buFont typeface="Wingdings" pitchFamily="2" charset="2"/>
              <a:buChar char="q"/>
              <a:tabLst>
                <a:tab pos="0" algn="l"/>
              </a:tabLst>
            </a:pPr>
            <a:r>
              <a:rPr lang="en-US" sz="1200" u="none" strike="noStrike" dirty="0">
                <a:solidFill>
                  <a:schemeClr val="dk1"/>
                </a:solidFill>
                <a:effectLst/>
                <a:uFillTx/>
                <a:latin typeface="Epilogue"/>
              </a:rPr>
              <a:t>Weekly Viewership Engagement Trends</a:t>
            </a:r>
          </a:p>
          <a:p>
            <a:pPr marL="171450" indent="-171450">
              <a:lnSpc>
                <a:spcPct val="100000"/>
              </a:lnSpc>
              <a:buFont typeface="Wingdings" pitchFamily="2" charset="2"/>
              <a:buChar char="q"/>
              <a:tabLst>
                <a:tab pos="0" algn="l"/>
              </a:tabLst>
            </a:pPr>
            <a:r>
              <a:rPr lang="en-US" sz="1200" u="none" strike="noStrike" dirty="0">
                <a:solidFill>
                  <a:schemeClr val="dk1"/>
                </a:solidFill>
                <a:effectLst/>
                <a:uFillTx/>
                <a:latin typeface="Epilogue"/>
              </a:rPr>
              <a:t>Top 5 Channels for Young Adults(by Engagement)</a:t>
            </a:r>
            <a:endParaRPr lang="en-US" sz="1200" u="none" strike="noStrike" dirty="0">
              <a:solidFill>
                <a:srgbClr val="000000"/>
              </a:solidFill>
              <a:effectLst/>
              <a:uFillTx/>
              <a:latin typeface="OpenSymbol"/>
            </a:endParaRPr>
          </a:p>
          <a:p>
            <a:pPr marL="171450" indent="-171450">
              <a:lnSpc>
                <a:spcPct val="100000"/>
              </a:lnSpc>
              <a:buFont typeface="Wingdings" pitchFamily="2" charset="2"/>
              <a:buChar char="q"/>
              <a:tabLst>
                <a:tab pos="0" algn="l"/>
              </a:tabLst>
            </a:pPr>
            <a:r>
              <a:rPr lang="en-US" sz="1200" u="none" strike="noStrike" dirty="0">
                <a:solidFill>
                  <a:schemeClr val="dk1"/>
                </a:solidFill>
                <a:effectLst/>
                <a:uFillTx/>
                <a:latin typeface="Epilogue"/>
              </a:rPr>
              <a:t>Conclusion</a:t>
            </a:r>
          </a:p>
          <a:p>
            <a:pPr marL="171450" indent="-171450">
              <a:lnSpc>
                <a:spcPct val="100000"/>
              </a:lnSpc>
              <a:buFont typeface="Wingdings" pitchFamily="2" charset="2"/>
              <a:buChar char="q"/>
              <a:tabLst>
                <a:tab pos="0" algn="l"/>
              </a:tabLst>
            </a:pPr>
            <a:endParaRPr lang="en-US" sz="1200" u="none" strike="noStrike" dirty="0">
              <a:solidFill>
                <a:schemeClr val="dk1"/>
              </a:solidFill>
              <a:effectLst/>
              <a:uFillTx/>
              <a:latin typeface="Epilogue"/>
            </a:endParaRPr>
          </a:p>
          <a:p>
            <a:pPr marL="171450" indent="-171450">
              <a:lnSpc>
                <a:spcPct val="100000"/>
              </a:lnSpc>
              <a:buFont typeface="Wingdings" pitchFamily="2" charset="2"/>
              <a:buChar char="q"/>
              <a:tabLst>
                <a:tab pos="0" algn="l"/>
              </a:tabLst>
            </a:pPr>
            <a:endParaRPr lang="en-US" sz="1200" u="none" strike="noStrike" dirty="0">
              <a:solidFill>
                <a:srgbClr val="000000"/>
              </a:solidFill>
              <a:effectLst/>
              <a:uFillTx/>
              <a:latin typeface="OpenSymbol"/>
            </a:endParaRPr>
          </a:p>
          <a:p>
            <a:pPr marL="171450" indent="-171450">
              <a:lnSpc>
                <a:spcPct val="100000"/>
              </a:lnSpc>
              <a:buFont typeface="Wingdings" pitchFamily="2" charset="2"/>
              <a:buChar char="q"/>
              <a:tabLst>
                <a:tab pos="0" algn="l"/>
              </a:tabLst>
            </a:pPr>
            <a:endParaRPr lang="en-US" sz="1200" u="none" strike="noStrike" dirty="0">
              <a:solidFill>
                <a:srgbClr val="000000"/>
              </a:solidFill>
              <a:effectLst/>
              <a:uFillTx/>
              <a:latin typeface="OpenSymbol"/>
            </a:endParaRPr>
          </a:p>
          <a:p>
            <a:pPr marL="171450" indent="-171450">
              <a:lnSpc>
                <a:spcPct val="100000"/>
              </a:lnSpc>
              <a:buFont typeface="Wingdings" pitchFamily="2" charset="2"/>
              <a:buChar char="q"/>
              <a:tabLst>
                <a:tab pos="0" algn="l"/>
              </a:tabLst>
            </a:pPr>
            <a:endParaRPr lang="en-US" sz="1200" u="none" strike="noStrike" dirty="0">
              <a:solidFill>
                <a:srgbClr val="000000"/>
              </a:solidFill>
              <a:effectLst/>
              <a:uFillTx/>
              <a:latin typeface="OpenSymbol"/>
            </a:endParaRPr>
          </a:p>
          <a:p>
            <a:pPr marL="171450" indent="-171450">
              <a:lnSpc>
                <a:spcPct val="100000"/>
              </a:lnSpc>
              <a:buFont typeface="Wingdings" pitchFamily="2" charset="2"/>
              <a:buChar char="q"/>
              <a:tabLst>
                <a:tab pos="0" algn="l"/>
              </a:tabLst>
            </a:pPr>
            <a:endParaRPr lang="en-US" sz="1200" u="none" strike="noStrike" dirty="0">
              <a:solidFill>
                <a:srgbClr val="000000"/>
              </a:solidFill>
              <a:effectLst/>
              <a:uFillTx/>
              <a:latin typeface="OpenSymbol"/>
            </a:endParaRPr>
          </a:p>
          <a:p>
            <a:pPr marL="171450" indent="-171450">
              <a:lnSpc>
                <a:spcPct val="100000"/>
              </a:lnSpc>
              <a:buFont typeface="Wingdings" pitchFamily="2" charset="2"/>
              <a:buChar char="q"/>
              <a:tabLst>
                <a:tab pos="0" algn="l"/>
              </a:tabLst>
            </a:pPr>
            <a:endParaRPr lang="en-US" sz="1200" dirty="0">
              <a:solidFill>
                <a:schemeClr val="dk1"/>
              </a:solidFill>
              <a:latin typeface="Epilogue"/>
            </a:endParaRPr>
          </a:p>
          <a:p>
            <a:pPr marL="171450" indent="-171450">
              <a:lnSpc>
                <a:spcPct val="100000"/>
              </a:lnSpc>
              <a:buFont typeface="Wingdings" pitchFamily="2" charset="2"/>
              <a:buChar char="q"/>
              <a:tabLst>
                <a:tab pos="0" algn="l"/>
              </a:tabLst>
            </a:pPr>
            <a:endParaRPr lang="en-US" sz="1200" u="none" strike="noStrike" dirty="0">
              <a:solidFill>
                <a:schemeClr val="dk1"/>
              </a:solidFill>
              <a:effectLst/>
              <a:uFillTx/>
              <a:latin typeface="Epilogue"/>
            </a:endParaRPr>
          </a:p>
          <a:p>
            <a:pPr marL="171450" indent="-171450">
              <a:lnSpc>
                <a:spcPct val="100000"/>
              </a:lnSpc>
              <a:buFont typeface="Wingdings" pitchFamily="2" charset="2"/>
              <a:buChar char="q"/>
              <a:tabLst>
                <a:tab pos="0" algn="l"/>
              </a:tabLst>
            </a:pPr>
            <a:endParaRPr lang="en-US" sz="1200" u="none" strike="noStrike" dirty="0">
              <a:solidFill>
                <a:schemeClr val="dk1"/>
              </a:solidFill>
              <a:effectLst/>
              <a:uFillTx/>
              <a:latin typeface="Epilogue"/>
            </a:endParaRPr>
          </a:p>
          <a:p>
            <a:pPr>
              <a:lnSpc>
                <a:spcPct val="100000"/>
              </a:lnSpc>
              <a:tabLst>
                <a:tab pos="0" algn="l"/>
              </a:tabLst>
            </a:pPr>
            <a:endParaRPr lang="en-US" sz="1200" u="none" strike="noStrike" dirty="0">
              <a:solidFill>
                <a:srgbClr val="000000"/>
              </a:solidFill>
              <a:effectLst/>
              <a:uFillTx/>
              <a:latin typeface="OpenSymbol"/>
            </a:endParaRPr>
          </a:p>
        </p:txBody>
      </p:sp>
      <p:sp>
        <p:nvSpPr>
          <p:cNvPr id="2" name="Rectangle 1">
            <a:extLst>
              <a:ext uri="{FF2B5EF4-FFF2-40B4-BE49-F238E27FC236}">
                <a16:creationId xmlns:a16="http://schemas.microsoft.com/office/drawing/2014/main" id="{5DB7A7CC-5304-56B7-DEA0-114D0289B513}"/>
              </a:ext>
            </a:extLst>
          </p:cNvPr>
          <p:cNvSpPr/>
          <p:nvPr/>
        </p:nvSpPr>
        <p:spPr>
          <a:xfrm>
            <a:off x="0" y="3962400"/>
            <a:ext cx="1375719" cy="1181100"/>
          </a:xfrm>
          <a:prstGeom prst="rect">
            <a:avLst/>
          </a:prstGeom>
          <a:solidFill>
            <a:schemeClr val="bg1"/>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6B21E-7422-4969-82A6-1FCA7204C5D3}"/>
            </a:ext>
          </a:extLst>
        </p:cNvPr>
        <p:cNvGrpSpPr/>
        <p:nvPr/>
      </p:nvGrpSpPr>
      <p:grpSpPr>
        <a:xfrm>
          <a:off x="0" y="0"/>
          <a:ext cx="0" cy="0"/>
          <a:chOff x="0" y="0"/>
          <a:chExt cx="0" cy="0"/>
        </a:xfrm>
      </p:grpSpPr>
      <p:sp>
        <p:nvSpPr>
          <p:cNvPr id="855" name="Google Shape;966;p31">
            <a:extLst>
              <a:ext uri="{FF2B5EF4-FFF2-40B4-BE49-F238E27FC236}">
                <a16:creationId xmlns:a16="http://schemas.microsoft.com/office/drawing/2014/main" id="{FBCB543D-E207-733C-59B3-5753D2E46951}"/>
              </a:ext>
            </a:extLst>
          </p:cNvPr>
          <p:cNvSpPr/>
          <p:nvPr/>
        </p:nvSpPr>
        <p:spPr>
          <a:xfrm rot="4500000">
            <a:off x="4600800" y="7200"/>
            <a:ext cx="5575320" cy="4866840"/>
          </a:xfrm>
          <a:custGeom>
            <a:avLst/>
            <a:gdLst>
              <a:gd name="textAreaLeft" fmla="*/ 0 w 5575320"/>
              <a:gd name="textAreaRight" fmla="*/ 5575680 w 5575320"/>
              <a:gd name="textAreaTop" fmla="*/ 0 h 4866840"/>
              <a:gd name="textAreaBottom" fmla="*/ 4867200 h 4866840"/>
            </a:gdLst>
            <a:ahLst/>
            <a:cxnLst/>
            <a:rect l="textAreaLeft" t="textAreaTop" r="textAreaRight" b="textAreaBottom"/>
            <a:pathLst>
              <a:path w="45721" h="44028">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6" name="PlaceHolder 1">
            <a:extLst>
              <a:ext uri="{FF2B5EF4-FFF2-40B4-BE49-F238E27FC236}">
                <a16:creationId xmlns:a16="http://schemas.microsoft.com/office/drawing/2014/main" id="{7D73A762-37B0-AA8E-1A4A-2E1745554830}"/>
              </a:ext>
            </a:extLst>
          </p:cNvPr>
          <p:cNvSpPr>
            <a:spLocks noGrp="1"/>
          </p:cNvSpPr>
          <p:nvPr>
            <p:ph type="title"/>
          </p:nvPr>
        </p:nvSpPr>
        <p:spPr>
          <a:xfrm>
            <a:off x="840146" y="1096560"/>
            <a:ext cx="2800080" cy="1009440"/>
          </a:xfrm>
          <a:prstGeom prst="rect">
            <a:avLst/>
          </a:prstGeom>
          <a:noFill/>
          <a:ln w="0">
            <a:noFill/>
          </a:ln>
        </p:spPr>
        <p:txBody>
          <a:bodyPr lIns="91440" tIns="91440" rIns="91440" bIns="91440" anchor="b">
            <a:normAutofit/>
          </a:bodyPr>
          <a:lstStyle/>
          <a:p>
            <a:pPr>
              <a:lnSpc>
                <a:spcPct val="100000"/>
              </a:lnSpc>
              <a:tabLst>
                <a:tab pos="0" algn="l"/>
              </a:tabLst>
            </a:pPr>
            <a:r>
              <a:rPr lang="en-US" sz="3000" b="1" u="none" strike="noStrike" dirty="0">
                <a:solidFill>
                  <a:schemeClr val="dk1"/>
                </a:solidFill>
                <a:effectLst/>
                <a:uFillTx/>
                <a:latin typeface="Epilogue"/>
                <a:ea typeface="Epilogue"/>
              </a:rPr>
              <a:t>Introduction</a:t>
            </a:r>
            <a:endParaRPr lang="fr-FR" sz="3000" b="0" u="none" strike="noStrike" dirty="0">
              <a:solidFill>
                <a:schemeClr val="dk1"/>
              </a:solidFill>
              <a:effectLst/>
              <a:uFillTx/>
              <a:latin typeface="Arial"/>
            </a:endParaRPr>
          </a:p>
        </p:txBody>
      </p:sp>
      <p:sp>
        <p:nvSpPr>
          <p:cNvPr id="857" name="PlaceHolder 2">
            <a:extLst>
              <a:ext uri="{FF2B5EF4-FFF2-40B4-BE49-F238E27FC236}">
                <a16:creationId xmlns:a16="http://schemas.microsoft.com/office/drawing/2014/main" id="{25F4AB9F-7C7C-CCD9-5DB2-E2FCA5413C61}"/>
              </a:ext>
            </a:extLst>
          </p:cNvPr>
          <p:cNvSpPr>
            <a:spLocks noGrp="1"/>
          </p:cNvSpPr>
          <p:nvPr>
            <p:ph type="subTitle"/>
          </p:nvPr>
        </p:nvSpPr>
        <p:spPr>
          <a:xfrm>
            <a:off x="809640" y="2038320"/>
            <a:ext cx="4295520" cy="2066400"/>
          </a:xfrm>
          <a:prstGeom prst="rect">
            <a:avLst/>
          </a:prstGeom>
          <a:noFill/>
          <a:ln w="0">
            <a:noFill/>
          </a:ln>
        </p:spPr>
        <p:txBody>
          <a:bodyPr lIns="91440" tIns="91440" rIns="91440" bIns="91440" anchor="t">
            <a:normAutofit lnSpcReduction="10000"/>
          </a:bodyPr>
          <a:lstStyle/>
          <a:p>
            <a:pPr indent="0">
              <a:lnSpc>
                <a:spcPct val="150000"/>
              </a:lnSpc>
              <a:buNone/>
              <a:tabLst>
                <a:tab pos="0" algn="l"/>
              </a:tabLst>
            </a:pPr>
            <a:r>
              <a:rPr lang="en-US" sz="1200" dirty="0">
                <a:solidFill>
                  <a:schemeClr val="dk1"/>
                </a:solidFill>
                <a:latin typeface="Epilogue"/>
              </a:rPr>
              <a:t>Bright TV analysis summarizes recent audience behavior and strategic priorities to drive sustainable growth.</a:t>
            </a:r>
          </a:p>
          <a:p>
            <a:pPr indent="0">
              <a:lnSpc>
                <a:spcPct val="150000"/>
              </a:lnSpc>
              <a:buNone/>
              <a:tabLst>
                <a:tab pos="0" algn="l"/>
              </a:tabLst>
            </a:pPr>
            <a:endParaRPr lang="en-US" sz="1200" dirty="0">
              <a:solidFill>
                <a:schemeClr val="dk1"/>
              </a:solidFill>
              <a:latin typeface="Epilogue"/>
            </a:endParaRPr>
          </a:p>
          <a:p>
            <a:pPr indent="0">
              <a:lnSpc>
                <a:spcPct val="150000"/>
              </a:lnSpc>
              <a:buNone/>
              <a:tabLst>
                <a:tab pos="0" algn="l"/>
              </a:tabLst>
            </a:pPr>
            <a:r>
              <a:rPr lang="en-US" sz="1200" b="1" dirty="0">
                <a:solidFill>
                  <a:schemeClr val="dk1"/>
                </a:solidFill>
                <a:latin typeface="Epilogue"/>
              </a:rPr>
              <a:t>Key objectives: </a:t>
            </a:r>
          </a:p>
          <a:p>
            <a:pPr indent="0">
              <a:lnSpc>
                <a:spcPct val="150000"/>
              </a:lnSpc>
              <a:buNone/>
              <a:tabLst>
                <a:tab pos="0" algn="l"/>
              </a:tabLst>
            </a:pPr>
            <a:r>
              <a:rPr lang="en-US" sz="1200" dirty="0">
                <a:solidFill>
                  <a:schemeClr val="dk1"/>
                </a:solidFill>
                <a:latin typeface="Epilogue"/>
              </a:rPr>
              <a:t>Assess performance drivers, identify content opportunities and recommend short-term actions to improve engagement and monetization.</a:t>
            </a:r>
          </a:p>
        </p:txBody>
      </p:sp>
      <p:sp>
        <p:nvSpPr>
          <p:cNvPr id="2" name="TextBox 1">
            <a:extLst>
              <a:ext uri="{FF2B5EF4-FFF2-40B4-BE49-F238E27FC236}">
                <a16:creationId xmlns:a16="http://schemas.microsoft.com/office/drawing/2014/main" id="{7F1B676C-E016-329C-A112-CE1C95DEFFE5}"/>
              </a:ext>
            </a:extLst>
          </p:cNvPr>
          <p:cNvSpPr txBox="1"/>
          <p:nvPr/>
        </p:nvSpPr>
        <p:spPr>
          <a:xfrm>
            <a:off x="288212" y="575313"/>
            <a:ext cx="2800080" cy="861774"/>
          </a:xfrm>
          <a:prstGeom prst="rect">
            <a:avLst/>
          </a:prstGeom>
          <a:noFill/>
        </p:spPr>
        <p:txBody>
          <a:bodyPr wrap="square">
            <a:spAutoFit/>
          </a:bodyPr>
          <a:lstStyle/>
          <a:p>
            <a:pPr defTabSz="914400">
              <a:lnSpc>
                <a:spcPct val="100000"/>
              </a:lnSpc>
              <a:tabLst>
                <a:tab pos="0" algn="l"/>
              </a:tabLst>
            </a:pPr>
            <a:r>
              <a:rPr lang="en-US" sz="5000" b="1" dirty="0">
                <a:solidFill>
                  <a:schemeClr val="dk2"/>
                </a:solidFill>
                <a:latin typeface="Calibri"/>
              </a:rPr>
              <a:t>01</a:t>
            </a:r>
          </a:p>
        </p:txBody>
      </p:sp>
      <p:sp>
        <p:nvSpPr>
          <p:cNvPr id="3" name="Rectangle 2">
            <a:extLst>
              <a:ext uri="{FF2B5EF4-FFF2-40B4-BE49-F238E27FC236}">
                <a16:creationId xmlns:a16="http://schemas.microsoft.com/office/drawing/2014/main" id="{1F6068AB-F6DD-219B-37A2-9422A42998AA}"/>
              </a:ext>
            </a:extLst>
          </p:cNvPr>
          <p:cNvSpPr/>
          <p:nvPr/>
        </p:nvSpPr>
        <p:spPr>
          <a:xfrm>
            <a:off x="-1" y="3954163"/>
            <a:ext cx="1293341" cy="118933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15394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4" name="Rectangle 903"/>
          <p:cNvSpPr/>
          <p:nvPr/>
        </p:nvSpPr>
        <p:spPr>
          <a:xfrm>
            <a:off x="1027803" y="102548"/>
            <a:ext cx="5240555"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1" u="none" strike="noStrike" dirty="0">
                <a:solidFill>
                  <a:schemeClr val="dk1"/>
                </a:solidFill>
                <a:effectLst/>
                <a:uFillTx/>
                <a:latin typeface="Epilogue"/>
              </a:rPr>
              <a:t>Total Viewing Duration by Age Group</a:t>
            </a:r>
            <a:endParaRPr lang="en-US" sz="2400" b="0" u="none" strike="noStrike" dirty="0">
              <a:solidFill>
                <a:srgbClr val="000000"/>
              </a:solidFill>
              <a:effectLst/>
              <a:uFillTx/>
              <a:latin typeface="OpenSymbol"/>
            </a:endParaRPr>
          </a:p>
        </p:txBody>
      </p:sp>
      <p:sp>
        <p:nvSpPr>
          <p:cNvPr id="903" name="Rectangle 902"/>
          <p:cNvSpPr/>
          <p:nvPr/>
        </p:nvSpPr>
        <p:spPr>
          <a:xfrm>
            <a:off x="160276" y="193317"/>
            <a:ext cx="2285640" cy="861774"/>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dirty="0">
                <a:solidFill>
                  <a:schemeClr val="dk2"/>
                </a:solidFill>
                <a:effectLst/>
                <a:uFillTx/>
                <a:latin typeface="Calibri"/>
              </a:rPr>
              <a:t>02</a:t>
            </a:r>
            <a:endParaRPr lang="en-US" sz="5000" b="0" u="none" strike="noStrike" dirty="0">
              <a:solidFill>
                <a:srgbClr val="000000"/>
              </a:solidFill>
              <a:effectLst/>
              <a:uFillTx/>
              <a:latin typeface="OpenSymbol"/>
            </a:endParaRPr>
          </a:p>
        </p:txBody>
      </p:sp>
      <p:pic>
        <p:nvPicPr>
          <p:cNvPr id="3" name="Picture 2">
            <a:extLst>
              <a:ext uri="{FF2B5EF4-FFF2-40B4-BE49-F238E27FC236}">
                <a16:creationId xmlns:a16="http://schemas.microsoft.com/office/drawing/2014/main" id="{4DFEECDF-77ED-D110-D349-5E2D2B4438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1419443"/>
            <a:ext cx="7315200" cy="2526481"/>
          </a:xfrm>
          <a:prstGeom prst="rect">
            <a:avLst/>
          </a:prstGeom>
        </p:spPr>
      </p:pic>
      <p:sp>
        <p:nvSpPr>
          <p:cNvPr id="14" name="TextBox 13">
            <a:extLst>
              <a:ext uri="{FF2B5EF4-FFF2-40B4-BE49-F238E27FC236}">
                <a16:creationId xmlns:a16="http://schemas.microsoft.com/office/drawing/2014/main" id="{6F3CB790-1C7B-6128-9710-DD802A783E7C}"/>
              </a:ext>
            </a:extLst>
          </p:cNvPr>
          <p:cNvSpPr txBox="1"/>
          <p:nvPr/>
        </p:nvSpPr>
        <p:spPr>
          <a:xfrm>
            <a:off x="1027803" y="466900"/>
            <a:ext cx="5010843" cy="553998"/>
          </a:xfrm>
          <a:prstGeom prst="rect">
            <a:avLst/>
          </a:prstGeom>
          <a:noFill/>
        </p:spPr>
        <p:txBody>
          <a:bodyPr wrap="square" rtlCol="0">
            <a:spAutoFit/>
          </a:bodyPr>
          <a:lstStyle/>
          <a:p>
            <a:pPr lvl="0" eaLnBrk="0" fontAlgn="base" hangingPunct="0">
              <a:spcBef>
                <a:spcPct val="0"/>
              </a:spcBef>
              <a:spcAft>
                <a:spcPct val="0"/>
              </a:spcAft>
            </a:pPr>
            <a:r>
              <a:rPr lang="en-US" altLang="en-US" sz="1000" dirty="0">
                <a:solidFill>
                  <a:srgbClr val="202124"/>
                </a:solidFill>
              </a:rPr>
              <a:t>The following table and chart show the total viewing duration across different age groups. The duration has been converted to total seconds for easier comparison and visualization.</a:t>
            </a:r>
          </a:p>
        </p:txBody>
      </p:sp>
      <p:sp>
        <p:nvSpPr>
          <p:cNvPr id="2" name="Rounded Rectangle 1">
            <a:extLst>
              <a:ext uri="{FF2B5EF4-FFF2-40B4-BE49-F238E27FC236}">
                <a16:creationId xmlns:a16="http://schemas.microsoft.com/office/drawing/2014/main" id="{3C751736-2995-B5BF-CA3B-B2D309E13908}"/>
              </a:ext>
            </a:extLst>
          </p:cNvPr>
          <p:cNvSpPr/>
          <p:nvPr/>
        </p:nvSpPr>
        <p:spPr>
          <a:xfrm>
            <a:off x="6606746" y="102548"/>
            <a:ext cx="2438400" cy="47410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 name="Rectangle 3">
            <a:extLst>
              <a:ext uri="{FF2B5EF4-FFF2-40B4-BE49-F238E27FC236}">
                <a16:creationId xmlns:a16="http://schemas.microsoft.com/office/drawing/2014/main" id="{AB3E0AAD-5A9D-2DB3-5DFD-BE74B70223DF}"/>
              </a:ext>
            </a:extLst>
          </p:cNvPr>
          <p:cNvSpPr/>
          <p:nvPr/>
        </p:nvSpPr>
        <p:spPr>
          <a:xfrm>
            <a:off x="0" y="4127157"/>
            <a:ext cx="914400" cy="101634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484CCD21-A732-0314-F670-5E76D33C504C}"/>
              </a:ext>
            </a:extLst>
          </p:cNvPr>
          <p:cNvSpPr/>
          <p:nvPr/>
        </p:nvSpPr>
        <p:spPr>
          <a:xfrm>
            <a:off x="-164757" y="4621427"/>
            <a:ext cx="164757" cy="522073"/>
          </a:xfrm>
          <a:prstGeom prst="rect">
            <a:avLst/>
          </a:prstGeom>
          <a:solidFill>
            <a:schemeClr val="accent5"/>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38AD0-DE8D-3F7D-51DC-4C7B83A43067}"/>
            </a:ext>
          </a:extLst>
        </p:cNvPr>
        <p:cNvGrpSpPr/>
        <p:nvPr/>
      </p:nvGrpSpPr>
      <p:grpSpPr>
        <a:xfrm>
          <a:off x="0" y="0"/>
          <a:ext cx="0" cy="0"/>
          <a:chOff x="0" y="0"/>
          <a:chExt cx="0" cy="0"/>
        </a:xfrm>
      </p:grpSpPr>
      <p:sp>
        <p:nvSpPr>
          <p:cNvPr id="904" name="Rectangle 903">
            <a:extLst>
              <a:ext uri="{FF2B5EF4-FFF2-40B4-BE49-F238E27FC236}">
                <a16:creationId xmlns:a16="http://schemas.microsoft.com/office/drawing/2014/main" id="{051E0D0A-7C46-8C11-790C-BFA32D5F28F5}"/>
              </a:ext>
            </a:extLst>
          </p:cNvPr>
          <p:cNvSpPr/>
          <p:nvPr/>
        </p:nvSpPr>
        <p:spPr>
          <a:xfrm>
            <a:off x="1027803" y="102548"/>
            <a:ext cx="5240555"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1" u="none" strike="noStrike" dirty="0">
                <a:solidFill>
                  <a:schemeClr val="dk1"/>
                </a:solidFill>
                <a:effectLst/>
                <a:uFillTx/>
                <a:latin typeface="Epilogue"/>
              </a:rPr>
              <a:t>Total Viewing Duration by Age Group</a:t>
            </a:r>
            <a:endParaRPr lang="en-US" sz="2400" b="0" u="none" strike="noStrike" dirty="0">
              <a:solidFill>
                <a:srgbClr val="000000"/>
              </a:solidFill>
              <a:effectLst/>
              <a:uFillTx/>
              <a:latin typeface="OpenSymbol"/>
            </a:endParaRPr>
          </a:p>
        </p:txBody>
      </p:sp>
      <p:sp>
        <p:nvSpPr>
          <p:cNvPr id="903" name="Rectangle 902">
            <a:extLst>
              <a:ext uri="{FF2B5EF4-FFF2-40B4-BE49-F238E27FC236}">
                <a16:creationId xmlns:a16="http://schemas.microsoft.com/office/drawing/2014/main" id="{009ADE9D-E605-898B-43F8-02E61DD6EA0B}"/>
              </a:ext>
            </a:extLst>
          </p:cNvPr>
          <p:cNvSpPr/>
          <p:nvPr/>
        </p:nvSpPr>
        <p:spPr>
          <a:xfrm>
            <a:off x="160276" y="193317"/>
            <a:ext cx="2285640" cy="861774"/>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dirty="0">
                <a:solidFill>
                  <a:schemeClr val="dk2"/>
                </a:solidFill>
                <a:effectLst/>
                <a:uFillTx/>
                <a:latin typeface="Calibri"/>
              </a:rPr>
              <a:t>03</a:t>
            </a:r>
            <a:endParaRPr lang="en-US" sz="5000" b="0" u="none" strike="noStrike" dirty="0">
              <a:solidFill>
                <a:srgbClr val="000000"/>
              </a:solidFill>
              <a:effectLst/>
              <a:uFillTx/>
              <a:latin typeface="OpenSymbol"/>
            </a:endParaRPr>
          </a:p>
        </p:txBody>
      </p:sp>
      <p:sp>
        <p:nvSpPr>
          <p:cNvPr id="14" name="TextBox 13">
            <a:extLst>
              <a:ext uri="{FF2B5EF4-FFF2-40B4-BE49-F238E27FC236}">
                <a16:creationId xmlns:a16="http://schemas.microsoft.com/office/drawing/2014/main" id="{FC173F1C-F2CB-E958-56F7-987802AEAC70}"/>
              </a:ext>
            </a:extLst>
          </p:cNvPr>
          <p:cNvSpPr txBox="1"/>
          <p:nvPr/>
        </p:nvSpPr>
        <p:spPr>
          <a:xfrm>
            <a:off x="1027803" y="466900"/>
            <a:ext cx="5010843" cy="553998"/>
          </a:xfrm>
          <a:prstGeom prst="rect">
            <a:avLst/>
          </a:prstGeom>
          <a:noFill/>
        </p:spPr>
        <p:txBody>
          <a:bodyPr wrap="square" rtlCol="0">
            <a:spAutoFit/>
          </a:bodyPr>
          <a:lstStyle/>
          <a:p>
            <a:pPr lvl="0" eaLnBrk="0" fontAlgn="base" hangingPunct="0">
              <a:spcBef>
                <a:spcPct val="0"/>
              </a:spcBef>
              <a:spcAft>
                <a:spcPct val="0"/>
              </a:spcAft>
            </a:pPr>
            <a:r>
              <a:rPr lang="en-US" altLang="en-US" sz="1000" dirty="0">
                <a:solidFill>
                  <a:srgbClr val="202124"/>
                </a:solidFill>
              </a:rPr>
              <a:t>The following table and chart show the total viewing duration across different age groups. The duration has been converted to total seconds for easier comparison and visualization.</a:t>
            </a:r>
          </a:p>
        </p:txBody>
      </p:sp>
      <p:sp>
        <p:nvSpPr>
          <p:cNvPr id="2" name="Rounded Rectangle 1">
            <a:extLst>
              <a:ext uri="{FF2B5EF4-FFF2-40B4-BE49-F238E27FC236}">
                <a16:creationId xmlns:a16="http://schemas.microsoft.com/office/drawing/2014/main" id="{725B0120-3D1D-F086-5F2F-BF9721B05002}"/>
              </a:ext>
            </a:extLst>
          </p:cNvPr>
          <p:cNvSpPr/>
          <p:nvPr/>
        </p:nvSpPr>
        <p:spPr>
          <a:xfrm>
            <a:off x="6606746" y="102548"/>
            <a:ext cx="2438400" cy="47410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4" name="Picture 3">
            <a:extLst>
              <a:ext uri="{FF2B5EF4-FFF2-40B4-BE49-F238E27FC236}">
                <a16:creationId xmlns:a16="http://schemas.microsoft.com/office/drawing/2014/main" id="{79E3AA19-877E-9DB9-4D74-FEC4743F7B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247" y="1055091"/>
            <a:ext cx="7364542" cy="2674395"/>
          </a:xfrm>
          <a:prstGeom prst="rect">
            <a:avLst/>
          </a:prstGeom>
        </p:spPr>
      </p:pic>
      <p:sp>
        <p:nvSpPr>
          <p:cNvPr id="7" name="Rectangle 6">
            <a:extLst>
              <a:ext uri="{FF2B5EF4-FFF2-40B4-BE49-F238E27FC236}">
                <a16:creationId xmlns:a16="http://schemas.microsoft.com/office/drawing/2014/main" id="{42558C53-F186-FB61-7783-63581459B8BC}"/>
              </a:ext>
            </a:extLst>
          </p:cNvPr>
          <p:cNvSpPr/>
          <p:nvPr/>
        </p:nvSpPr>
        <p:spPr>
          <a:xfrm>
            <a:off x="0" y="4193059"/>
            <a:ext cx="906247" cy="95044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CB7B6588-34B6-59B4-70AF-57719D426AAD}"/>
              </a:ext>
            </a:extLst>
          </p:cNvPr>
          <p:cNvSpPr txBox="1"/>
          <p:nvPr/>
        </p:nvSpPr>
        <p:spPr>
          <a:xfrm>
            <a:off x="708454" y="3903743"/>
            <a:ext cx="7562335" cy="1354217"/>
          </a:xfrm>
          <a:prstGeom prst="rect">
            <a:avLst/>
          </a:prstGeom>
          <a:noFill/>
        </p:spPr>
        <p:txBody>
          <a:bodyPr wrap="square" rtlCol="0">
            <a:spAutoFit/>
          </a:bodyPr>
          <a:lstStyle/>
          <a:p>
            <a:r>
              <a:rPr lang="en-US" sz="1100" b="1" dirty="0"/>
              <a:t>Insight:</a:t>
            </a:r>
          </a:p>
          <a:p>
            <a:pPr marL="171450" indent="-171450">
              <a:buFont typeface="Arial" panose="020B0604020202020204" pitchFamily="34" charset="0"/>
              <a:buChar char="•"/>
            </a:pPr>
            <a:r>
              <a:rPr lang="en-US" sz="1000" b="1" dirty="0"/>
              <a:t>Young Adults are the Most Engaged:</a:t>
            </a:r>
            <a:r>
              <a:rPr lang="en-US" sz="1000" dirty="0"/>
              <a:t> The Young Adult group recorded the highest total viewing duration, reaching 184,626 seconds.</a:t>
            </a:r>
          </a:p>
          <a:p>
            <a:pPr marL="171450" indent="-171450">
              <a:buFont typeface="Arial" panose="020B0604020202020204" pitchFamily="34" charset="0"/>
              <a:buChar char="•"/>
            </a:pPr>
            <a:r>
              <a:rPr lang="en-US" sz="1000" b="1" dirty="0"/>
              <a:t>High Engagement from Kids: </a:t>
            </a:r>
            <a:r>
              <a:rPr lang="en-US" sz="1000" dirty="0"/>
              <a:t>The Kids group followed closely as the second most active audience, with a total duration of 144,630 seconds.</a:t>
            </a:r>
          </a:p>
          <a:p>
            <a:pPr marL="171450" indent="-171450">
              <a:buFont typeface="Arial" panose="020B0604020202020204" pitchFamily="34" charset="0"/>
              <a:buChar char="•"/>
            </a:pPr>
            <a:r>
              <a:rPr lang="en-US" sz="1000" b="1" dirty="0"/>
              <a:t>Lower Engagement in Older Segments: </a:t>
            </a:r>
            <a:r>
              <a:rPr lang="en-US" sz="1000" dirty="0"/>
              <a:t>Both the Adult and Elderly groups showed lower overall engagement compared to Young Adults and Kids, with the Elderly group having the lowest total duration at 99,098 seconds.</a:t>
            </a:r>
          </a:p>
          <a:p>
            <a:endParaRPr lang="en-US" sz="1100" dirty="0"/>
          </a:p>
        </p:txBody>
      </p:sp>
      <p:sp>
        <p:nvSpPr>
          <p:cNvPr id="8" name="Rounded Rectangle 7">
            <a:extLst>
              <a:ext uri="{FF2B5EF4-FFF2-40B4-BE49-F238E27FC236}">
                <a16:creationId xmlns:a16="http://schemas.microsoft.com/office/drawing/2014/main" id="{1B26E5F9-A7D5-8033-8558-D4CB1166FF17}"/>
              </a:ext>
            </a:extLst>
          </p:cNvPr>
          <p:cNvSpPr/>
          <p:nvPr/>
        </p:nvSpPr>
        <p:spPr>
          <a:xfrm>
            <a:off x="1027803" y="1055091"/>
            <a:ext cx="7127656" cy="287677"/>
          </a:xfrm>
          <a:prstGeom prst="roundRect">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76666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6" name="PlaceHolder 1"/>
          <p:cNvSpPr>
            <a:spLocks noGrp="1"/>
          </p:cNvSpPr>
          <p:nvPr>
            <p:ph type="title"/>
          </p:nvPr>
        </p:nvSpPr>
        <p:spPr>
          <a:xfrm>
            <a:off x="1256686" y="-140768"/>
            <a:ext cx="5114520" cy="721333"/>
          </a:xfrm>
          <a:prstGeom prst="rect">
            <a:avLst/>
          </a:prstGeom>
          <a:noFill/>
          <a:ln w="0">
            <a:noFill/>
          </a:ln>
        </p:spPr>
        <p:txBody>
          <a:bodyPr lIns="91440" tIns="91440" rIns="91440" bIns="91440" anchor="b">
            <a:noAutofit/>
          </a:bodyPr>
          <a:lstStyle/>
          <a:p>
            <a:pPr indent="0">
              <a:lnSpc>
                <a:spcPct val="100000"/>
              </a:lnSpc>
              <a:buNone/>
              <a:tabLst>
                <a:tab pos="0" algn="l"/>
              </a:tabLst>
            </a:pPr>
            <a:r>
              <a:rPr lang="en-US" sz="2400" b="1" u="none" strike="noStrike" dirty="0">
                <a:solidFill>
                  <a:schemeClr val="dk1"/>
                </a:solidFill>
                <a:effectLst/>
                <a:uFillTx/>
                <a:latin typeface="Epilogue"/>
                <a:ea typeface="Epilogue"/>
              </a:rPr>
              <a:t>Monthly Viewer Trends</a:t>
            </a:r>
            <a:endParaRPr lang="fr-FR" sz="2400" b="0" u="none" strike="noStrike" dirty="0">
              <a:solidFill>
                <a:schemeClr val="dk1"/>
              </a:solidFill>
              <a:effectLst/>
              <a:uFillTx/>
              <a:latin typeface="Arial"/>
            </a:endParaRPr>
          </a:p>
        </p:txBody>
      </p:sp>
      <p:sp>
        <p:nvSpPr>
          <p:cNvPr id="907" name="PlaceHolder 2"/>
          <p:cNvSpPr>
            <a:spLocks noGrp="1"/>
          </p:cNvSpPr>
          <p:nvPr>
            <p:ph type="subTitle"/>
          </p:nvPr>
        </p:nvSpPr>
        <p:spPr>
          <a:xfrm>
            <a:off x="1192678" y="434084"/>
            <a:ext cx="5114520" cy="721333"/>
          </a:xfrm>
          <a:prstGeom prst="rect">
            <a:avLst/>
          </a:prstGeom>
          <a:noFill/>
          <a:ln w="0">
            <a:noFill/>
          </a:ln>
        </p:spPr>
        <p:txBody>
          <a:bodyPr lIns="91440" tIns="91440" rIns="91440" bIns="91440" anchor="t">
            <a:normAutofit lnSpcReduction="10000"/>
          </a:bodyPr>
          <a:lstStyle/>
          <a:p>
            <a:r>
              <a:rPr lang="en-US" sz="1000" dirty="0">
                <a:latin typeface="+mn-lt"/>
              </a:rPr>
              <a:t>The following data and chart represent the monthly trend of unique viewers and their total viewing duration. The analysis shows a significant surge in both viewership and engagement starting in March.</a:t>
            </a:r>
          </a:p>
          <a:p>
            <a:r>
              <a:rPr lang="en-US" sz="1000" dirty="0">
                <a:latin typeface="+mn-lt"/>
              </a:rPr>
              <a:t> </a:t>
            </a:r>
            <a:endParaRPr lang="en-US" sz="100" b="0" u="none" strike="noStrike" dirty="0">
              <a:solidFill>
                <a:srgbClr val="000000"/>
              </a:solidFill>
              <a:effectLst/>
              <a:uFillTx/>
              <a:latin typeface="+mn-lt"/>
            </a:endParaRPr>
          </a:p>
        </p:txBody>
      </p:sp>
      <p:sp>
        <p:nvSpPr>
          <p:cNvPr id="3" name="TextBox 2">
            <a:extLst>
              <a:ext uri="{FF2B5EF4-FFF2-40B4-BE49-F238E27FC236}">
                <a16:creationId xmlns:a16="http://schemas.microsoft.com/office/drawing/2014/main" id="{1384DCD5-3877-2D1D-F6AC-3DDAEB3F1FF2}"/>
              </a:ext>
            </a:extLst>
          </p:cNvPr>
          <p:cNvSpPr txBox="1"/>
          <p:nvPr/>
        </p:nvSpPr>
        <p:spPr>
          <a:xfrm>
            <a:off x="193355" y="44307"/>
            <a:ext cx="5156200" cy="861774"/>
          </a:xfrm>
          <a:prstGeom prst="rect">
            <a:avLst/>
          </a:prstGeom>
          <a:noFill/>
        </p:spPr>
        <p:txBody>
          <a:bodyPr wrap="square">
            <a:spAutoFit/>
          </a:bodyPr>
          <a:lstStyle/>
          <a:p>
            <a:pPr defTabSz="914400">
              <a:lnSpc>
                <a:spcPct val="100000"/>
              </a:lnSpc>
              <a:tabLst>
                <a:tab pos="0" algn="l"/>
              </a:tabLst>
            </a:pPr>
            <a:r>
              <a:rPr lang="en-US" sz="5000" b="1" dirty="0">
                <a:solidFill>
                  <a:schemeClr val="dk2"/>
                </a:solidFill>
                <a:latin typeface="Calibri"/>
              </a:rPr>
              <a:t>04</a:t>
            </a:r>
          </a:p>
        </p:txBody>
      </p:sp>
      <p:pic>
        <p:nvPicPr>
          <p:cNvPr id="6" name="Picture 5">
            <a:extLst>
              <a:ext uri="{FF2B5EF4-FFF2-40B4-BE49-F238E27FC236}">
                <a16:creationId xmlns:a16="http://schemas.microsoft.com/office/drawing/2014/main" id="{4CDA1388-62F4-C33D-8673-F30752C262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0146" y="1155417"/>
            <a:ext cx="7397120" cy="3152972"/>
          </a:xfrm>
          <a:prstGeom prst="rect">
            <a:avLst/>
          </a:prstGeom>
        </p:spPr>
      </p:pic>
      <p:sp>
        <p:nvSpPr>
          <p:cNvPr id="11" name="Rectangle 2">
            <a:extLst>
              <a:ext uri="{FF2B5EF4-FFF2-40B4-BE49-F238E27FC236}">
                <a16:creationId xmlns:a16="http://schemas.microsoft.com/office/drawing/2014/main" id="{4496D391-3DA1-2BC0-2251-C55EFE7E40F0}"/>
              </a:ext>
            </a:extLst>
          </p:cNvPr>
          <p:cNvSpPr>
            <a:spLocks noChangeArrowheads="1"/>
          </p:cNvSpPr>
          <p:nvPr/>
        </p:nvSpPr>
        <p:spPr bwMode="auto">
          <a:xfrm>
            <a:off x="0" y="-161582"/>
            <a:ext cx="193355" cy="32316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9981" tIns="4572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Rounded Rectangle 1">
            <a:extLst>
              <a:ext uri="{FF2B5EF4-FFF2-40B4-BE49-F238E27FC236}">
                <a16:creationId xmlns:a16="http://schemas.microsoft.com/office/drawing/2014/main" id="{91A9296A-E57A-50C9-F0C3-F5FE89A3032C}"/>
              </a:ext>
            </a:extLst>
          </p:cNvPr>
          <p:cNvSpPr/>
          <p:nvPr/>
        </p:nvSpPr>
        <p:spPr>
          <a:xfrm>
            <a:off x="0" y="4308389"/>
            <a:ext cx="1192678" cy="83511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 name="Rounded Rectangle 3">
            <a:extLst>
              <a:ext uri="{FF2B5EF4-FFF2-40B4-BE49-F238E27FC236}">
                <a16:creationId xmlns:a16="http://schemas.microsoft.com/office/drawing/2014/main" id="{B12DC9C3-4C7B-078F-17F3-F23AF936DB05}"/>
              </a:ext>
            </a:extLst>
          </p:cNvPr>
          <p:cNvSpPr/>
          <p:nvPr/>
        </p:nvSpPr>
        <p:spPr>
          <a:xfrm>
            <a:off x="7801232" y="0"/>
            <a:ext cx="1342768" cy="1016343"/>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A2237-4BA8-B409-848A-4C7F82031B3F}"/>
            </a:ext>
          </a:extLst>
        </p:cNvPr>
        <p:cNvGrpSpPr/>
        <p:nvPr/>
      </p:nvGrpSpPr>
      <p:grpSpPr>
        <a:xfrm>
          <a:off x="0" y="0"/>
          <a:ext cx="0" cy="0"/>
          <a:chOff x="0" y="0"/>
          <a:chExt cx="0" cy="0"/>
        </a:xfrm>
      </p:grpSpPr>
      <p:sp>
        <p:nvSpPr>
          <p:cNvPr id="906" name="PlaceHolder 1">
            <a:extLst>
              <a:ext uri="{FF2B5EF4-FFF2-40B4-BE49-F238E27FC236}">
                <a16:creationId xmlns:a16="http://schemas.microsoft.com/office/drawing/2014/main" id="{7177EDBB-D5AB-A87B-EFC4-A5BC8DAE674F}"/>
              </a:ext>
            </a:extLst>
          </p:cNvPr>
          <p:cNvSpPr>
            <a:spLocks noGrp="1"/>
          </p:cNvSpPr>
          <p:nvPr>
            <p:ph type="title"/>
          </p:nvPr>
        </p:nvSpPr>
        <p:spPr>
          <a:xfrm>
            <a:off x="1256686" y="-140768"/>
            <a:ext cx="5114520" cy="721333"/>
          </a:xfrm>
          <a:prstGeom prst="rect">
            <a:avLst/>
          </a:prstGeom>
          <a:noFill/>
          <a:ln w="0">
            <a:noFill/>
          </a:ln>
        </p:spPr>
        <p:txBody>
          <a:bodyPr lIns="91440" tIns="91440" rIns="91440" bIns="91440" anchor="b">
            <a:noAutofit/>
          </a:bodyPr>
          <a:lstStyle/>
          <a:p>
            <a:pPr indent="0">
              <a:lnSpc>
                <a:spcPct val="100000"/>
              </a:lnSpc>
              <a:buNone/>
              <a:tabLst>
                <a:tab pos="0" algn="l"/>
              </a:tabLst>
            </a:pPr>
            <a:r>
              <a:rPr lang="en-US" sz="2400" b="1" u="none" strike="noStrike" dirty="0">
                <a:solidFill>
                  <a:schemeClr val="dk1"/>
                </a:solidFill>
                <a:effectLst/>
                <a:uFillTx/>
                <a:latin typeface="Epilogue"/>
                <a:ea typeface="Epilogue"/>
              </a:rPr>
              <a:t>Monthly Viewer Trends</a:t>
            </a:r>
            <a:endParaRPr lang="fr-FR" sz="2400" b="0" u="none" strike="noStrike" dirty="0">
              <a:solidFill>
                <a:schemeClr val="dk1"/>
              </a:solidFill>
              <a:effectLst/>
              <a:uFillTx/>
              <a:latin typeface="Arial"/>
            </a:endParaRPr>
          </a:p>
        </p:txBody>
      </p:sp>
      <p:sp>
        <p:nvSpPr>
          <p:cNvPr id="907" name="PlaceHolder 2">
            <a:extLst>
              <a:ext uri="{FF2B5EF4-FFF2-40B4-BE49-F238E27FC236}">
                <a16:creationId xmlns:a16="http://schemas.microsoft.com/office/drawing/2014/main" id="{3885D6C4-6F76-8A48-0F0C-F21FD415F3B2}"/>
              </a:ext>
            </a:extLst>
          </p:cNvPr>
          <p:cNvSpPr>
            <a:spLocks noGrp="1"/>
          </p:cNvSpPr>
          <p:nvPr>
            <p:ph type="subTitle"/>
          </p:nvPr>
        </p:nvSpPr>
        <p:spPr>
          <a:xfrm>
            <a:off x="1192678" y="434084"/>
            <a:ext cx="5114520" cy="721333"/>
          </a:xfrm>
          <a:prstGeom prst="rect">
            <a:avLst/>
          </a:prstGeom>
          <a:noFill/>
          <a:ln w="0">
            <a:noFill/>
          </a:ln>
        </p:spPr>
        <p:txBody>
          <a:bodyPr lIns="91440" tIns="91440" rIns="91440" bIns="91440" anchor="t">
            <a:normAutofit lnSpcReduction="10000"/>
          </a:bodyPr>
          <a:lstStyle/>
          <a:p>
            <a:r>
              <a:rPr lang="en-US" sz="1000" dirty="0">
                <a:latin typeface="+mn-lt"/>
              </a:rPr>
              <a:t>The following data and chart represent the monthly trend of unique viewers and their total viewing duration. The analysis shows a significant surge in both viewership and engagement starting in March.</a:t>
            </a:r>
          </a:p>
          <a:p>
            <a:r>
              <a:rPr lang="en-US" sz="1000" dirty="0">
                <a:latin typeface="+mn-lt"/>
              </a:rPr>
              <a:t> </a:t>
            </a:r>
            <a:endParaRPr lang="en-US" sz="100" b="0" u="none" strike="noStrike" dirty="0">
              <a:solidFill>
                <a:srgbClr val="000000"/>
              </a:solidFill>
              <a:effectLst/>
              <a:uFillTx/>
              <a:latin typeface="+mn-lt"/>
            </a:endParaRPr>
          </a:p>
        </p:txBody>
      </p:sp>
      <p:sp>
        <p:nvSpPr>
          <p:cNvPr id="3" name="TextBox 2">
            <a:extLst>
              <a:ext uri="{FF2B5EF4-FFF2-40B4-BE49-F238E27FC236}">
                <a16:creationId xmlns:a16="http://schemas.microsoft.com/office/drawing/2014/main" id="{C265C852-67C8-8141-A0CB-17BBA48D5051}"/>
              </a:ext>
            </a:extLst>
          </p:cNvPr>
          <p:cNvSpPr txBox="1"/>
          <p:nvPr/>
        </p:nvSpPr>
        <p:spPr>
          <a:xfrm>
            <a:off x="193355" y="44307"/>
            <a:ext cx="5156200" cy="861774"/>
          </a:xfrm>
          <a:prstGeom prst="rect">
            <a:avLst/>
          </a:prstGeom>
          <a:noFill/>
        </p:spPr>
        <p:txBody>
          <a:bodyPr wrap="square">
            <a:spAutoFit/>
          </a:bodyPr>
          <a:lstStyle/>
          <a:p>
            <a:pPr defTabSz="914400">
              <a:lnSpc>
                <a:spcPct val="100000"/>
              </a:lnSpc>
              <a:tabLst>
                <a:tab pos="0" algn="l"/>
              </a:tabLst>
            </a:pPr>
            <a:r>
              <a:rPr lang="en-US" sz="5000" b="1" dirty="0">
                <a:solidFill>
                  <a:schemeClr val="dk2"/>
                </a:solidFill>
                <a:latin typeface="Calibri"/>
              </a:rPr>
              <a:t>05</a:t>
            </a:r>
          </a:p>
        </p:txBody>
      </p:sp>
      <p:sp>
        <p:nvSpPr>
          <p:cNvPr id="11" name="Rectangle 2">
            <a:extLst>
              <a:ext uri="{FF2B5EF4-FFF2-40B4-BE49-F238E27FC236}">
                <a16:creationId xmlns:a16="http://schemas.microsoft.com/office/drawing/2014/main" id="{431FAFE5-041B-7BBA-1DE0-35AB4077976F}"/>
              </a:ext>
            </a:extLst>
          </p:cNvPr>
          <p:cNvSpPr>
            <a:spLocks noChangeArrowheads="1"/>
          </p:cNvSpPr>
          <p:nvPr/>
        </p:nvSpPr>
        <p:spPr bwMode="auto">
          <a:xfrm>
            <a:off x="0" y="-161582"/>
            <a:ext cx="193355" cy="32316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9981" tIns="4572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ounded Rectangle 3">
            <a:extLst>
              <a:ext uri="{FF2B5EF4-FFF2-40B4-BE49-F238E27FC236}">
                <a16:creationId xmlns:a16="http://schemas.microsoft.com/office/drawing/2014/main" id="{822EF487-EEE5-22F3-6C83-282E684491EC}"/>
              </a:ext>
            </a:extLst>
          </p:cNvPr>
          <p:cNvSpPr/>
          <p:nvPr/>
        </p:nvSpPr>
        <p:spPr>
          <a:xfrm>
            <a:off x="26656" y="4271266"/>
            <a:ext cx="998955" cy="8763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2" name="Picture 1">
            <a:extLst>
              <a:ext uri="{FF2B5EF4-FFF2-40B4-BE49-F238E27FC236}">
                <a16:creationId xmlns:a16="http://schemas.microsoft.com/office/drawing/2014/main" id="{779DA7E5-E4AC-7F12-6709-68360F9FE3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9719" y="1091157"/>
            <a:ext cx="7381070" cy="2681774"/>
          </a:xfrm>
          <a:prstGeom prst="rect">
            <a:avLst/>
          </a:prstGeom>
        </p:spPr>
      </p:pic>
      <p:sp>
        <p:nvSpPr>
          <p:cNvPr id="12" name="TextBox 11">
            <a:extLst>
              <a:ext uri="{FF2B5EF4-FFF2-40B4-BE49-F238E27FC236}">
                <a16:creationId xmlns:a16="http://schemas.microsoft.com/office/drawing/2014/main" id="{D7A91219-1B62-59F6-A5DD-2BA49F85B5E2}"/>
              </a:ext>
            </a:extLst>
          </p:cNvPr>
          <p:cNvSpPr txBox="1"/>
          <p:nvPr/>
        </p:nvSpPr>
        <p:spPr>
          <a:xfrm>
            <a:off x="815578" y="3893808"/>
            <a:ext cx="7455212" cy="1631216"/>
          </a:xfrm>
          <a:prstGeom prst="rect">
            <a:avLst/>
          </a:prstGeom>
          <a:noFill/>
        </p:spPr>
        <p:txBody>
          <a:bodyPr wrap="square" rtlCol="0">
            <a:spAutoFit/>
          </a:bodyPr>
          <a:lstStyle/>
          <a:p>
            <a:pPr lvl="0" eaLnBrk="0" fontAlgn="base" hangingPunct="0">
              <a:spcBef>
                <a:spcPct val="0"/>
              </a:spcBef>
              <a:spcAft>
                <a:spcPct val="0"/>
              </a:spcAft>
            </a:pPr>
            <a:r>
              <a:rPr lang="en-US" altLang="en-US" sz="1000" b="1" dirty="0">
                <a:solidFill>
                  <a:srgbClr val="202124"/>
                </a:solidFill>
              </a:rPr>
              <a:t>Insight:</a:t>
            </a:r>
          </a:p>
          <a:p>
            <a:pPr lvl="0" eaLnBrk="0" fontAlgn="base" hangingPunct="0">
              <a:spcBef>
                <a:spcPct val="0"/>
              </a:spcBef>
              <a:spcAft>
                <a:spcPct val="0"/>
              </a:spcAft>
              <a:buFontTx/>
              <a:buChar char="•"/>
            </a:pPr>
            <a:r>
              <a:rPr lang="en-US" altLang="en-US" sz="1000" b="1" dirty="0">
                <a:solidFill>
                  <a:srgbClr val="202124"/>
                </a:solidFill>
              </a:rPr>
              <a:t>Significant Growth in March: </a:t>
            </a:r>
            <a:r>
              <a:rPr lang="en-US" altLang="en-US" sz="1000" dirty="0">
                <a:solidFill>
                  <a:srgbClr val="202124"/>
                </a:solidFill>
              </a:rPr>
              <a:t>There s a substantial increase in viewership during March, with the number of unique viewers growing from 123 in February to 315 in March (an increase of over 150%).</a:t>
            </a:r>
          </a:p>
          <a:p>
            <a:pPr lvl="0" eaLnBrk="0" fontAlgn="base" hangingPunct="0">
              <a:spcBef>
                <a:spcPct val="0"/>
              </a:spcBef>
              <a:spcAft>
                <a:spcPct val="0"/>
              </a:spcAft>
              <a:buFontTx/>
              <a:buChar char="•"/>
            </a:pPr>
            <a:r>
              <a:rPr lang="en-US" altLang="en-US" sz="1000" b="1" dirty="0">
                <a:solidFill>
                  <a:srgbClr val="202124"/>
                </a:solidFill>
              </a:rPr>
              <a:t>Engagement Growth: </a:t>
            </a:r>
            <a:r>
              <a:rPr lang="en-US" altLang="en-US" sz="1000" dirty="0">
                <a:solidFill>
                  <a:srgbClr val="202124"/>
                </a:solidFill>
              </a:rPr>
              <a:t>Parallel to the viewer count, the total duration also spiked to 320,233 seconds in March, suggesting not only more people were watching but they were also watching for longer periods.</a:t>
            </a:r>
          </a:p>
          <a:p>
            <a:pPr lvl="0" eaLnBrk="0" fontAlgn="base" hangingPunct="0">
              <a:spcBef>
                <a:spcPct val="0"/>
              </a:spcBef>
              <a:spcAft>
                <a:spcPct val="0"/>
              </a:spcAft>
              <a:buFontTx/>
              <a:buChar char="•"/>
            </a:pPr>
            <a:r>
              <a:rPr lang="en-US" altLang="en-US" sz="1000" b="1" dirty="0">
                <a:solidFill>
                  <a:srgbClr val="202124"/>
                </a:solidFill>
              </a:rPr>
              <a:t>Stable Start: </a:t>
            </a:r>
            <a:r>
              <a:rPr lang="en-US" altLang="en-US" sz="1000" dirty="0">
                <a:solidFill>
                  <a:srgbClr val="202124"/>
                </a:solidFill>
              </a:rPr>
              <a:t>The viewership remained relatively stable between January and February, with a slight dip in the number of unique viewers (from 131 to 123) despite an increase in total viewing duration.</a:t>
            </a:r>
          </a:p>
          <a:p>
            <a:pPr lvl="0" eaLnBrk="0" fontAlgn="base" hangingPunct="0">
              <a:spcBef>
                <a:spcPct val="0"/>
              </a:spcBef>
              <a:spcAft>
                <a:spcPct val="0"/>
              </a:spcAft>
            </a:pPr>
            <a:br>
              <a:rPr kumimoji="0" lang="en-US" altLang="en-US" sz="1000" b="0" i="0" u="none" strike="noStrike" cap="none" normalizeH="0" baseline="0" dirty="0">
                <a:ln>
                  <a:noFill/>
                </a:ln>
                <a:solidFill>
                  <a:schemeClr val="tx1"/>
                </a:solidFill>
                <a:effectLst/>
              </a:rPr>
            </a:br>
            <a:endParaRPr kumimoji="0" lang="en-US" altLang="en-US" sz="1000" b="0" i="0" u="none" strike="noStrike" cap="none" normalizeH="0" baseline="0" dirty="0">
              <a:ln>
                <a:noFill/>
              </a:ln>
              <a:solidFill>
                <a:schemeClr val="tx1"/>
              </a:solidFill>
              <a:effectLst/>
            </a:endParaRPr>
          </a:p>
          <a:p>
            <a:endParaRPr lang="en-US" sz="1000" dirty="0"/>
          </a:p>
        </p:txBody>
      </p:sp>
      <p:sp>
        <p:nvSpPr>
          <p:cNvPr id="5" name="Rectangle 4">
            <a:extLst>
              <a:ext uri="{FF2B5EF4-FFF2-40B4-BE49-F238E27FC236}">
                <a16:creationId xmlns:a16="http://schemas.microsoft.com/office/drawing/2014/main" id="{3DFECF41-F56C-0E85-B1F6-ACD8207619BD}"/>
              </a:ext>
            </a:extLst>
          </p:cNvPr>
          <p:cNvSpPr/>
          <p:nvPr/>
        </p:nvSpPr>
        <p:spPr>
          <a:xfrm>
            <a:off x="7743568" y="-1"/>
            <a:ext cx="1400432" cy="90608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Rounded Rectangle 6">
            <a:extLst>
              <a:ext uri="{FF2B5EF4-FFF2-40B4-BE49-F238E27FC236}">
                <a16:creationId xmlns:a16="http://schemas.microsoft.com/office/drawing/2014/main" id="{086D281E-93E9-CEF5-5957-AE91CB13748A}"/>
              </a:ext>
            </a:extLst>
          </p:cNvPr>
          <p:cNvSpPr/>
          <p:nvPr/>
        </p:nvSpPr>
        <p:spPr>
          <a:xfrm>
            <a:off x="1025611" y="1219200"/>
            <a:ext cx="7138086" cy="214184"/>
          </a:xfrm>
          <a:prstGeom prst="roundRect">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587185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9" name="Rectangle 908"/>
          <p:cNvSpPr/>
          <p:nvPr/>
        </p:nvSpPr>
        <p:spPr>
          <a:xfrm>
            <a:off x="953710" y="484132"/>
            <a:ext cx="6674527" cy="79236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lvl="0" eaLnBrk="0" fontAlgn="base" hangingPunct="0">
              <a:spcBef>
                <a:spcPct val="0"/>
              </a:spcBef>
              <a:spcAft>
                <a:spcPct val="0"/>
              </a:spcAft>
            </a:pPr>
            <a:r>
              <a:rPr kumimoji="0" lang="en-US" altLang="en-US" sz="1000" b="0" i="0" u="none" strike="noStrike" cap="none" normalizeH="0" baseline="0" dirty="0">
                <a:ln>
                  <a:noFill/>
                </a:ln>
                <a:solidFill>
                  <a:srgbClr val="202124"/>
                </a:solidFill>
                <a:effectLst/>
              </a:rPr>
              <a:t>The following data and chart represent the audience segmentation by age group and gender. This provides a clear picture of the demographic makeup of your viewers.</a:t>
            </a:r>
          </a:p>
          <a:p>
            <a:pPr lvl="0" eaLnBrk="0" fontAlgn="base" hangingPunct="0">
              <a:spcBef>
                <a:spcPct val="0"/>
              </a:spcBef>
              <a:spcAft>
                <a:spcPct val="0"/>
              </a:spcAft>
            </a:pPr>
            <a:r>
              <a:rPr kumimoji="0" lang="en-US" altLang="en-US" sz="1000" b="0" i="0" u="none" strike="noStrike" cap="none" normalizeH="0" baseline="0" dirty="0">
                <a:ln>
                  <a:noFill/>
                </a:ln>
                <a:solidFill>
                  <a:srgbClr val="202124"/>
                </a:solidFill>
                <a:effectLst/>
              </a:rPr>
              <a:t> </a:t>
            </a:r>
          </a:p>
          <a:p>
            <a:pPr lvl="0" eaLnBrk="0" fontAlgn="base" hangingPunct="0">
              <a:spcBef>
                <a:spcPct val="0"/>
              </a:spcBef>
              <a:spcAft>
                <a:spcPct val="0"/>
              </a:spcAft>
            </a:pPr>
            <a:br>
              <a:rPr kumimoji="0" lang="en-US" altLang="en-US" sz="1000" b="0" i="0" u="none" strike="noStrike" cap="none" normalizeH="0" baseline="0" dirty="0">
                <a:ln>
                  <a:noFill/>
                </a:ln>
                <a:solidFill>
                  <a:schemeClr val="tx1"/>
                </a:solidFill>
                <a:effectLst/>
              </a:rPr>
            </a:br>
            <a:endParaRPr kumimoji="0" lang="en-US" altLang="en-US" sz="1000" b="0" i="0" u="none" strike="noStrike" cap="none" normalizeH="0" baseline="0" dirty="0">
              <a:ln>
                <a:noFill/>
              </a:ln>
              <a:solidFill>
                <a:schemeClr val="tx1"/>
              </a:solidFill>
              <a:effectLst/>
            </a:endParaRPr>
          </a:p>
        </p:txBody>
      </p:sp>
      <p:sp>
        <p:nvSpPr>
          <p:cNvPr id="4" name="TextBox 3">
            <a:extLst>
              <a:ext uri="{FF2B5EF4-FFF2-40B4-BE49-F238E27FC236}">
                <a16:creationId xmlns:a16="http://schemas.microsoft.com/office/drawing/2014/main" id="{6DD395A4-689D-CC10-3FBE-0BD6A27F9411}"/>
              </a:ext>
            </a:extLst>
          </p:cNvPr>
          <p:cNvSpPr txBox="1"/>
          <p:nvPr/>
        </p:nvSpPr>
        <p:spPr>
          <a:xfrm>
            <a:off x="171900" y="119748"/>
            <a:ext cx="5180076" cy="861774"/>
          </a:xfrm>
          <a:prstGeom prst="rect">
            <a:avLst/>
          </a:prstGeom>
          <a:noFill/>
        </p:spPr>
        <p:txBody>
          <a:bodyPr wrap="square">
            <a:spAutoFit/>
          </a:bodyPr>
          <a:lstStyle/>
          <a:p>
            <a:pPr defTabSz="914400">
              <a:lnSpc>
                <a:spcPct val="100000"/>
              </a:lnSpc>
              <a:tabLst>
                <a:tab pos="0" algn="l"/>
              </a:tabLst>
            </a:pPr>
            <a:r>
              <a:rPr lang="en-US" sz="5000" b="1" dirty="0">
                <a:solidFill>
                  <a:schemeClr val="dk2"/>
                </a:solidFill>
                <a:latin typeface="Calibri"/>
              </a:rPr>
              <a:t>06</a:t>
            </a:r>
          </a:p>
        </p:txBody>
      </p:sp>
      <p:pic>
        <p:nvPicPr>
          <p:cNvPr id="13" name="Picture 12">
            <a:extLst>
              <a:ext uri="{FF2B5EF4-FFF2-40B4-BE49-F238E27FC236}">
                <a16:creationId xmlns:a16="http://schemas.microsoft.com/office/drawing/2014/main" id="{DE8D91DB-1A76-320E-2E06-9285F16963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709" y="1026735"/>
            <a:ext cx="7322994" cy="3236934"/>
          </a:xfrm>
          <a:prstGeom prst="rect">
            <a:avLst/>
          </a:prstGeom>
        </p:spPr>
      </p:pic>
      <p:sp>
        <p:nvSpPr>
          <p:cNvPr id="2" name="Rectangle 1">
            <a:extLst>
              <a:ext uri="{FF2B5EF4-FFF2-40B4-BE49-F238E27FC236}">
                <a16:creationId xmlns:a16="http://schemas.microsoft.com/office/drawing/2014/main" id="{7AD91A64-40E7-17BB-A323-D99209B0199A}"/>
              </a:ext>
            </a:extLst>
          </p:cNvPr>
          <p:cNvSpPr/>
          <p:nvPr/>
        </p:nvSpPr>
        <p:spPr>
          <a:xfrm>
            <a:off x="0" y="4218456"/>
            <a:ext cx="953712" cy="9250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Rectangle 2">
            <a:extLst>
              <a:ext uri="{FF2B5EF4-FFF2-40B4-BE49-F238E27FC236}">
                <a16:creationId xmlns:a16="http://schemas.microsoft.com/office/drawing/2014/main" id="{6AA7F305-BFDC-EC6A-8179-5EBA1C2D4758}"/>
              </a:ext>
            </a:extLst>
          </p:cNvPr>
          <p:cNvSpPr/>
          <p:nvPr/>
        </p:nvSpPr>
        <p:spPr>
          <a:xfrm>
            <a:off x="-197708" y="4514334"/>
            <a:ext cx="197708" cy="62916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4918CCE8-ACEF-E977-24A7-95C0CEA8302D}"/>
              </a:ext>
            </a:extLst>
          </p:cNvPr>
          <p:cNvSpPr/>
          <p:nvPr/>
        </p:nvSpPr>
        <p:spPr>
          <a:xfrm>
            <a:off x="6763265" y="119748"/>
            <a:ext cx="2199503" cy="40747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908" name="Rectangle 907"/>
          <p:cNvSpPr/>
          <p:nvPr/>
        </p:nvSpPr>
        <p:spPr>
          <a:xfrm>
            <a:off x="953711" y="74535"/>
            <a:ext cx="6814569"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1" u="none" strike="noStrike" dirty="0">
                <a:solidFill>
                  <a:schemeClr val="dk1"/>
                </a:solidFill>
                <a:effectLst/>
                <a:uFillTx/>
                <a:latin typeface="Epilogue"/>
              </a:rPr>
              <a:t>Audience Segmentation by  Age Group and Gender</a:t>
            </a:r>
            <a:endParaRPr lang="en-US" sz="2400" b="0" u="none" strike="noStrike" dirty="0">
              <a:solidFill>
                <a:srgbClr val="000000"/>
              </a:solidFill>
              <a:effectLst/>
              <a:uFillTx/>
              <a:latin typeface="OpenSymbol"/>
            </a:endParaRPr>
          </a:p>
        </p:txBody>
      </p:sp>
      <p:sp>
        <p:nvSpPr>
          <p:cNvPr id="6" name="Rectangle 5">
            <a:extLst>
              <a:ext uri="{FF2B5EF4-FFF2-40B4-BE49-F238E27FC236}">
                <a16:creationId xmlns:a16="http://schemas.microsoft.com/office/drawing/2014/main" id="{AF1ABAB5-8CBC-3EED-6094-F4B358222366}"/>
              </a:ext>
            </a:extLst>
          </p:cNvPr>
          <p:cNvSpPr/>
          <p:nvPr/>
        </p:nvSpPr>
        <p:spPr>
          <a:xfrm>
            <a:off x="4802659" y="4135395"/>
            <a:ext cx="1046206" cy="12827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8B4CA-7E8A-C29B-78DD-F63E0D00AB1F}"/>
            </a:ext>
          </a:extLst>
        </p:cNvPr>
        <p:cNvGrpSpPr/>
        <p:nvPr/>
      </p:nvGrpSpPr>
      <p:grpSpPr>
        <a:xfrm>
          <a:off x="0" y="0"/>
          <a:ext cx="0" cy="0"/>
          <a:chOff x="0" y="0"/>
          <a:chExt cx="0" cy="0"/>
        </a:xfrm>
      </p:grpSpPr>
      <p:sp>
        <p:nvSpPr>
          <p:cNvPr id="909" name="Rectangle 908">
            <a:extLst>
              <a:ext uri="{FF2B5EF4-FFF2-40B4-BE49-F238E27FC236}">
                <a16:creationId xmlns:a16="http://schemas.microsoft.com/office/drawing/2014/main" id="{2B272337-457E-57C0-62D1-ADA6DBD0BD4A}"/>
              </a:ext>
            </a:extLst>
          </p:cNvPr>
          <p:cNvSpPr/>
          <p:nvPr/>
        </p:nvSpPr>
        <p:spPr>
          <a:xfrm>
            <a:off x="953711" y="431775"/>
            <a:ext cx="6699239" cy="79236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lvl="0" eaLnBrk="0" fontAlgn="base" hangingPunct="0">
              <a:spcBef>
                <a:spcPct val="0"/>
              </a:spcBef>
              <a:spcAft>
                <a:spcPct val="0"/>
              </a:spcAft>
            </a:pPr>
            <a:r>
              <a:rPr kumimoji="0" lang="en-US" altLang="en-US" sz="1000" b="0" i="0" u="none" strike="noStrike" cap="none" normalizeH="0" baseline="0" dirty="0">
                <a:ln>
                  <a:noFill/>
                </a:ln>
                <a:solidFill>
                  <a:srgbClr val="202124"/>
                </a:solidFill>
                <a:effectLst/>
              </a:rPr>
              <a:t>The following data and chart represent the audience segmentation by age group and gender. This provides a clear picture of the demographic makeup of your viewers.</a:t>
            </a:r>
          </a:p>
          <a:p>
            <a:pPr lvl="0" eaLnBrk="0" fontAlgn="base" hangingPunct="0">
              <a:spcBef>
                <a:spcPct val="0"/>
              </a:spcBef>
              <a:spcAft>
                <a:spcPct val="0"/>
              </a:spcAft>
            </a:pPr>
            <a:r>
              <a:rPr kumimoji="0" lang="en-US" altLang="en-US" sz="1000" b="0" i="0" u="none" strike="noStrike" cap="none" normalizeH="0" baseline="0" dirty="0">
                <a:ln>
                  <a:noFill/>
                </a:ln>
                <a:solidFill>
                  <a:srgbClr val="202124"/>
                </a:solidFill>
                <a:effectLst/>
              </a:rPr>
              <a:t> </a:t>
            </a:r>
          </a:p>
          <a:p>
            <a:pPr lvl="0" eaLnBrk="0" fontAlgn="base" hangingPunct="0">
              <a:spcBef>
                <a:spcPct val="0"/>
              </a:spcBef>
              <a:spcAft>
                <a:spcPct val="0"/>
              </a:spcAft>
            </a:pPr>
            <a:br>
              <a:rPr kumimoji="0" lang="en-US" altLang="en-US" sz="1000" b="0" i="0" u="none" strike="noStrike" cap="none" normalizeH="0" baseline="0" dirty="0">
                <a:ln>
                  <a:noFill/>
                </a:ln>
                <a:solidFill>
                  <a:schemeClr val="tx1"/>
                </a:solidFill>
                <a:effectLst/>
              </a:rPr>
            </a:br>
            <a:endParaRPr kumimoji="0" lang="en-US" altLang="en-US" sz="1000" b="0" i="0" u="none" strike="noStrike" cap="none" normalizeH="0" baseline="0" dirty="0">
              <a:ln>
                <a:noFill/>
              </a:ln>
              <a:solidFill>
                <a:schemeClr val="tx1"/>
              </a:solidFill>
              <a:effectLst/>
            </a:endParaRPr>
          </a:p>
        </p:txBody>
      </p:sp>
      <p:sp>
        <p:nvSpPr>
          <p:cNvPr id="4" name="TextBox 3">
            <a:extLst>
              <a:ext uri="{FF2B5EF4-FFF2-40B4-BE49-F238E27FC236}">
                <a16:creationId xmlns:a16="http://schemas.microsoft.com/office/drawing/2014/main" id="{037E271A-3284-BAB8-69D6-ED23CAA4827E}"/>
              </a:ext>
            </a:extLst>
          </p:cNvPr>
          <p:cNvSpPr txBox="1"/>
          <p:nvPr/>
        </p:nvSpPr>
        <p:spPr>
          <a:xfrm>
            <a:off x="171900" y="119748"/>
            <a:ext cx="5180076" cy="861774"/>
          </a:xfrm>
          <a:prstGeom prst="rect">
            <a:avLst/>
          </a:prstGeom>
          <a:noFill/>
        </p:spPr>
        <p:txBody>
          <a:bodyPr wrap="square">
            <a:spAutoFit/>
          </a:bodyPr>
          <a:lstStyle/>
          <a:p>
            <a:pPr defTabSz="914400">
              <a:lnSpc>
                <a:spcPct val="100000"/>
              </a:lnSpc>
              <a:tabLst>
                <a:tab pos="0" algn="l"/>
              </a:tabLst>
            </a:pPr>
            <a:r>
              <a:rPr lang="en-US" sz="5000" b="1" dirty="0">
                <a:solidFill>
                  <a:schemeClr val="dk2"/>
                </a:solidFill>
                <a:latin typeface="Calibri"/>
              </a:rPr>
              <a:t>07</a:t>
            </a:r>
          </a:p>
        </p:txBody>
      </p:sp>
      <p:pic>
        <p:nvPicPr>
          <p:cNvPr id="2" name="Picture 1">
            <a:extLst>
              <a:ext uri="{FF2B5EF4-FFF2-40B4-BE49-F238E27FC236}">
                <a16:creationId xmlns:a16="http://schemas.microsoft.com/office/drawing/2014/main" id="{B1947BDA-6530-A411-DEB4-46ADD5F81E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710" y="885819"/>
            <a:ext cx="7300602" cy="3037647"/>
          </a:xfrm>
          <a:prstGeom prst="rect">
            <a:avLst/>
          </a:prstGeom>
        </p:spPr>
      </p:pic>
      <p:sp>
        <p:nvSpPr>
          <p:cNvPr id="3" name="Rounded Rectangle 2">
            <a:extLst>
              <a:ext uri="{FF2B5EF4-FFF2-40B4-BE49-F238E27FC236}">
                <a16:creationId xmlns:a16="http://schemas.microsoft.com/office/drawing/2014/main" id="{3CD1698A-B57D-57CD-98A6-82EB0DF3CFC5}"/>
              </a:ext>
            </a:extLst>
          </p:cNvPr>
          <p:cNvSpPr/>
          <p:nvPr/>
        </p:nvSpPr>
        <p:spPr>
          <a:xfrm>
            <a:off x="6705600" y="119748"/>
            <a:ext cx="2331308" cy="37654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908" name="Rectangle 907">
            <a:extLst>
              <a:ext uri="{FF2B5EF4-FFF2-40B4-BE49-F238E27FC236}">
                <a16:creationId xmlns:a16="http://schemas.microsoft.com/office/drawing/2014/main" id="{A78C91DD-4CCD-572D-105D-7421A8B0F7BC}"/>
              </a:ext>
            </a:extLst>
          </p:cNvPr>
          <p:cNvSpPr/>
          <p:nvPr/>
        </p:nvSpPr>
        <p:spPr>
          <a:xfrm>
            <a:off x="953712" y="74535"/>
            <a:ext cx="6765142"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1" u="none" strike="noStrike" dirty="0">
                <a:solidFill>
                  <a:schemeClr val="dk1"/>
                </a:solidFill>
                <a:effectLst/>
                <a:uFillTx/>
                <a:latin typeface="Epilogue"/>
              </a:rPr>
              <a:t>Audience Segmentation by  Age Group and Gender</a:t>
            </a:r>
            <a:endParaRPr lang="en-US" sz="2400" b="0" u="none" strike="noStrike" dirty="0">
              <a:solidFill>
                <a:srgbClr val="000000"/>
              </a:solidFill>
              <a:effectLst/>
              <a:uFillTx/>
              <a:latin typeface="OpenSymbol"/>
            </a:endParaRPr>
          </a:p>
        </p:txBody>
      </p:sp>
      <p:sp>
        <p:nvSpPr>
          <p:cNvPr id="5" name="Rectangle 4">
            <a:extLst>
              <a:ext uri="{FF2B5EF4-FFF2-40B4-BE49-F238E27FC236}">
                <a16:creationId xmlns:a16="http://schemas.microsoft.com/office/drawing/2014/main" id="{CD8BD940-E04D-8A68-0DD1-44115787F9AF}"/>
              </a:ext>
            </a:extLst>
          </p:cNvPr>
          <p:cNvSpPr/>
          <p:nvPr/>
        </p:nvSpPr>
        <p:spPr>
          <a:xfrm>
            <a:off x="0" y="4349578"/>
            <a:ext cx="953710" cy="7939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TextBox 10">
            <a:extLst>
              <a:ext uri="{FF2B5EF4-FFF2-40B4-BE49-F238E27FC236}">
                <a16:creationId xmlns:a16="http://schemas.microsoft.com/office/drawing/2014/main" id="{F5C07FC6-38A6-85AE-CB11-C95E7ACCB676}"/>
              </a:ext>
            </a:extLst>
          </p:cNvPr>
          <p:cNvSpPr txBox="1"/>
          <p:nvPr/>
        </p:nvSpPr>
        <p:spPr>
          <a:xfrm>
            <a:off x="826684" y="4008089"/>
            <a:ext cx="7427628" cy="1169551"/>
          </a:xfrm>
          <a:prstGeom prst="rect">
            <a:avLst/>
          </a:prstGeom>
          <a:noFill/>
        </p:spPr>
        <p:txBody>
          <a:bodyPr wrap="square" rtlCol="0">
            <a:spAutoFit/>
          </a:bodyPr>
          <a:lstStyle/>
          <a:p>
            <a:r>
              <a:rPr lang="en-US" sz="1000" b="1" dirty="0"/>
              <a:t>Insights</a:t>
            </a:r>
          </a:p>
          <a:p>
            <a:pPr marL="171450" indent="-171450">
              <a:buFont typeface="Arial" panose="020B0604020202020204" pitchFamily="34" charset="0"/>
              <a:buChar char="•"/>
            </a:pPr>
            <a:r>
              <a:rPr lang="en-US" sz="1000" b="1" dirty="0"/>
              <a:t>High Presence of "No Gender" in Kids: </a:t>
            </a:r>
            <a:r>
              <a:rPr lang="en-US" sz="1000" dirty="0"/>
              <a:t>The largest single segment consists of 174 unique viewers in the "Kids" age group with "No Gender" assigned. This likely reflects accounts where gender data for children was not captured or is intentionally kept private.</a:t>
            </a:r>
          </a:p>
          <a:p>
            <a:pPr marL="171450" indent="-171450">
              <a:buFont typeface="Arial" panose="020B0604020202020204" pitchFamily="34" charset="0"/>
              <a:buChar char="•"/>
            </a:pPr>
            <a:r>
              <a:rPr lang="en-US" sz="1000" b="1" dirty="0"/>
              <a:t>Young Adult Males lead identified segments: </a:t>
            </a:r>
            <a:r>
              <a:rPr lang="en-US" sz="1000" dirty="0"/>
              <a:t>Among audiences with a specified gender, Young Adult males (158 viewers) are the most prominent group, followed by Adult males (99 viewers).</a:t>
            </a:r>
          </a:p>
          <a:p>
            <a:endParaRPr lang="en-US" sz="1000" dirty="0"/>
          </a:p>
        </p:txBody>
      </p:sp>
      <p:sp>
        <p:nvSpPr>
          <p:cNvPr id="6" name="Rounded Rectangle 5">
            <a:extLst>
              <a:ext uri="{FF2B5EF4-FFF2-40B4-BE49-F238E27FC236}">
                <a16:creationId xmlns:a16="http://schemas.microsoft.com/office/drawing/2014/main" id="{D9C596DA-B59B-A0FA-3572-E394F50CF492}"/>
              </a:ext>
            </a:extLst>
          </p:cNvPr>
          <p:cNvSpPr/>
          <p:nvPr/>
        </p:nvSpPr>
        <p:spPr>
          <a:xfrm>
            <a:off x="1046204" y="981522"/>
            <a:ext cx="6944499" cy="320056"/>
          </a:xfrm>
          <a:prstGeom prst="roundRect">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142737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 name="Rectangle 910"/>
          <p:cNvSpPr/>
          <p:nvPr/>
        </p:nvSpPr>
        <p:spPr>
          <a:xfrm>
            <a:off x="778032" y="11052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1" u="none" strike="noStrike" dirty="0">
                <a:solidFill>
                  <a:schemeClr val="dk1"/>
                </a:solidFill>
                <a:effectLst/>
                <a:uFillTx/>
                <a:latin typeface="Epilogue"/>
              </a:rPr>
              <a:t>Top 10 Channels by Total Viewing Duration</a:t>
            </a:r>
            <a:endParaRPr lang="en-US" sz="2400" b="0" u="none" strike="noStrike" dirty="0">
              <a:solidFill>
                <a:srgbClr val="000000"/>
              </a:solidFill>
              <a:effectLst/>
              <a:uFillTx/>
              <a:latin typeface="OpenSymbol"/>
            </a:endParaRPr>
          </a:p>
        </p:txBody>
      </p:sp>
      <p:sp>
        <p:nvSpPr>
          <p:cNvPr id="912" name="Rectangle 911"/>
          <p:cNvSpPr/>
          <p:nvPr/>
        </p:nvSpPr>
        <p:spPr>
          <a:xfrm>
            <a:off x="778032" y="433864"/>
            <a:ext cx="7393902" cy="727509"/>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nSpc>
                <a:spcPct val="150000"/>
              </a:lnSpc>
              <a:tabLst>
                <a:tab pos="0" algn="l"/>
              </a:tabLst>
            </a:pPr>
            <a:r>
              <a:rPr lang="en-US" sz="1000" dirty="0"/>
              <a:t>This analysis presents a comprehensive overview of viewership trends, highlighting top-performing content, key audience demographics, regional reach, and weekly engagement patterns.</a:t>
            </a:r>
            <a:endParaRPr lang="en-US" sz="700" b="0" u="none" strike="noStrike" dirty="0">
              <a:solidFill>
                <a:srgbClr val="000000"/>
              </a:solidFill>
              <a:effectLst/>
              <a:uFillTx/>
              <a:latin typeface="OpenSymbol"/>
            </a:endParaRPr>
          </a:p>
        </p:txBody>
      </p:sp>
      <p:pic>
        <p:nvPicPr>
          <p:cNvPr id="3" name="Picture 2">
            <a:extLst>
              <a:ext uri="{FF2B5EF4-FFF2-40B4-BE49-F238E27FC236}">
                <a16:creationId xmlns:a16="http://schemas.microsoft.com/office/drawing/2014/main" id="{CC94C737-8905-A01C-B72A-352A1CCECA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1448" y="885631"/>
            <a:ext cx="7290486" cy="2643873"/>
          </a:xfrm>
          <a:prstGeom prst="rect">
            <a:avLst/>
          </a:prstGeom>
        </p:spPr>
      </p:pic>
      <p:pic>
        <p:nvPicPr>
          <p:cNvPr id="5" name="Picture 4">
            <a:extLst>
              <a:ext uri="{FF2B5EF4-FFF2-40B4-BE49-F238E27FC236}">
                <a16:creationId xmlns:a16="http://schemas.microsoft.com/office/drawing/2014/main" id="{2C15053A-415F-D3A8-F407-23CCC2C278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1448" y="3529504"/>
            <a:ext cx="7644714" cy="1342403"/>
          </a:xfrm>
          <a:prstGeom prst="rect">
            <a:avLst/>
          </a:prstGeom>
        </p:spPr>
      </p:pic>
      <p:sp>
        <p:nvSpPr>
          <p:cNvPr id="11" name="TextBox 10">
            <a:extLst>
              <a:ext uri="{FF2B5EF4-FFF2-40B4-BE49-F238E27FC236}">
                <a16:creationId xmlns:a16="http://schemas.microsoft.com/office/drawing/2014/main" id="{631E9851-A737-5BA1-7F8E-5680E63EF9E1}"/>
              </a:ext>
            </a:extLst>
          </p:cNvPr>
          <p:cNvSpPr txBox="1"/>
          <p:nvPr/>
        </p:nvSpPr>
        <p:spPr>
          <a:xfrm>
            <a:off x="0" y="106419"/>
            <a:ext cx="5180076" cy="861774"/>
          </a:xfrm>
          <a:prstGeom prst="rect">
            <a:avLst/>
          </a:prstGeom>
          <a:noFill/>
        </p:spPr>
        <p:txBody>
          <a:bodyPr wrap="square">
            <a:spAutoFit/>
          </a:bodyPr>
          <a:lstStyle/>
          <a:p>
            <a:r>
              <a:rPr lang="en-US" sz="5000" b="1" dirty="0">
                <a:solidFill>
                  <a:schemeClr val="dk2"/>
                </a:solidFill>
                <a:latin typeface="Calibri"/>
              </a:rPr>
              <a:t>08</a:t>
            </a:r>
            <a:endParaRPr lang="en-US" sz="5000" dirty="0"/>
          </a:p>
        </p:txBody>
      </p:sp>
      <p:sp>
        <p:nvSpPr>
          <p:cNvPr id="6" name="Rectangle 5">
            <a:extLst>
              <a:ext uri="{FF2B5EF4-FFF2-40B4-BE49-F238E27FC236}">
                <a16:creationId xmlns:a16="http://schemas.microsoft.com/office/drawing/2014/main" id="{C8B2B746-902D-3970-2ED7-B7D5720D430F}"/>
              </a:ext>
            </a:extLst>
          </p:cNvPr>
          <p:cNvSpPr/>
          <p:nvPr/>
        </p:nvSpPr>
        <p:spPr>
          <a:xfrm>
            <a:off x="881448" y="885631"/>
            <a:ext cx="7348152" cy="3846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 name="Rounded Rectangle 1">
            <a:extLst>
              <a:ext uri="{FF2B5EF4-FFF2-40B4-BE49-F238E27FC236}">
                <a16:creationId xmlns:a16="http://schemas.microsoft.com/office/drawing/2014/main" id="{2436FDD0-0630-057B-6D74-9A1C59ADC905}"/>
              </a:ext>
            </a:extLst>
          </p:cNvPr>
          <p:cNvSpPr/>
          <p:nvPr/>
        </p:nvSpPr>
        <p:spPr>
          <a:xfrm>
            <a:off x="6697362" y="106419"/>
            <a:ext cx="2271750" cy="40432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 name="Rectangle 3">
            <a:extLst>
              <a:ext uri="{FF2B5EF4-FFF2-40B4-BE49-F238E27FC236}">
                <a16:creationId xmlns:a16="http://schemas.microsoft.com/office/drawing/2014/main" id="{FFCC3EF6-0ADA-DAD9-B69A-9AC5BC671F27}"/>
              </a:ext>
            </a:extLst>
          </p:cNvPr>
          <p:cNvSpPr/>
          <p:nvPr/>
        </p:nvSpPr>
        <p:spPr>
          <a:xfrm>
            <a:off x="8229600" y="3690861"/>
            <a:ext cx="403654" cy="145263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7D1DD884-8AEE-4081-F5E5-41FB4C64708F}"/>
              </a:ext>
            </a:extLst>
          </p:cNvPr>
          <p:cNvSpPr/>
          <p:nvPr/>
        </p:nvSpPr>
        <p:spPr>
          <a:xfrm>
            <a:off x="8229600" y="3336324"/>
            <a:ext cx="296562" cy="5189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Rectangle 9">
            <a:extLst>
              <a:ext uri="{FF2B5EF4-FFF2-40B4-BE49-F238E27FC236}">
                <a16:creationId xmlns:a16="http://schemas.microsoft.com/office/drawing/2014/main" id="{ADE32F34-9266-2E11-EC01-148E79AB54A7}"/>
              </a:ext>
            </a:extLst>
          </p:cNvPr>
          <p:cNvSpPr/>
          <p:nvPr/>
        </p:nvSpPr>
        <p:spPr>
          <a:xfrm>
            <a:off x="0" y="4267200"/>
            <a:ext cx="881448" cy="8763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6A65CFFF-6761-E7A6-2F4A-765312F4D926}"/>
              </a:ext>
            </a:extLst>
          </p:cNvPr>
          <p:cNvSpPr/>
          <p:nvPr/>
        </p:nvSpPr>
        <p:spPr>
          <a:xfrm>
            <a:off x="-189470" y="4580238"/>
            <a:ext cx="189470" cy="563262"/>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EE403D26-4788-3048-0539-B38309904D51}"/>
              </a:ext>
            </a:extLst>
          </p:cNvPr>
          <p:cNvSpPr/>
          <p:nvPr/>
        </p:nvSpPr>
        <p:spPr>
          <a:xfrm>
            <a:off x="3558746" y="2034746"/>
            <a:ext cx="1812324" cy="14004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482EB90B-211B-3819-F353-CEA502295074}"/>
              </a:ext>
            </a:extLst>
          </p:cNvPr>
          <p:cNvSpPr/>
          <p:nvPr/>
        </p:nvSpPr>
        <p:spPr>
          <a:xfrm>
            <a:off x="3987114" y="4028303"/>
            <a:ext cx="1359243" cy="22956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Rectangle 14">
            <a:extLst>
              <a:ext uri="{FF2B5EF4-FFF2-40B4-BE49-F238E27FC236}">
                <a16:creationId xmlns:a16="http://schemas.microsoft.com/office/drawing/2014/main" id="{44E52603-B08E-EAB6-B9C6-677337945A30}"/>
              </a:ext>
            </a:extLst>
          </p:cNvPr>
          <p:cNvSpPr/>
          <p:nvPr/>
        </p:nvSpPr>
        <p:spPr>
          <a:xfrm>
            <a:off x="3987114" y="4118919"/>
            <a:ext cx="1474572" cy="148281"/>
          </a:xfrm>
          <a:prstGeom prst="rect">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165AFFC-5EC9-6615-5473-2AB6BA9EBE3B}"/>
              </a:ext>
            </a:extLst>
          </p:cNvPr>
          <p:cNvSpPr/>
          <p:nvPr/>
        </p:nvSpPr>
        <p:spPr>
          <a:xfrm>
            <a:off x="3558746" y="2174789"/>
            <a:ext cx="1902940" cy="164757"/>
          </a:xfrm>
          <a:prstGeom prst="rect">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E6755-769B-95B3-15F4-759368751084}"/>
            </a:ext>
          </a:extLst>
        </p:cNvPr>
        <p:cNvGrpSpPr/>
        <p:nvPr/>
      </p:nvGrpSpPr>
      <p:grpSpPr>
        <a:xfrm>
          <a:off x="0" y="0"/>
          <a:ext cx="0" cy="0"/>
          <a:chOff x="0" y="0"/>
          <a:chExt cx="0" cy="0"/>
        </a:xfrm>
      </p:grpSpPr>
      <p:sp>
        <p:nvSpPr>
          <p:cNvPr id="911" name="Rectangle 910">
            <a:extLst>
              <a:ext uri="{FF2B5EF4-FFF2-40B4-BE49-F238E27FC236}">
                <a16:creationId xmlns:a16="http://schemas.microsoft.com/office/drawing/2014/main" id="{E43A69E5-5EA8-6CBA-0B8C-1DF7972D5F6E}"/>
              </a:ext>
            </a:extLst>
          </p:cNvPr>
          <p:cNvSpPr/>
          <p:nvPr/>
        </p:nvSpPr>
        <p:spPr>
          <a:xfrm>
            <a:off x="778032" y="11052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1" u="none" strike="noStrike" dirty="0">
                <a:solidFill>
                  <a:schemeClr val="dk1"/>
                </a:solidFill>
                <a:effectLst/>
                <a:uFillTx/>
                <a:latin typeface="Epilogue"/>
              </a:rPr>
              <a:t>Top 10 Channels by Total Viewing Duration</a:t>
            </a:r>
            <a:endParaRPr lang="en-US" sz="2400" b="0" u="none" strike="noStrike" dirty="0">
              <a:solidFill>
                <a:srgbClr val="000000"/>
              </a:solidFill>
              <a:effectLst/>
              <a:uFillTx/>
              <a:latin typeface="OpenSymbol"/>
            </a:endParaRPr>
          </a:p>
        </p:txBody>
      </p:sp>
      <p:sp>
        <p:nvSpPr>
          <p:cNvPr id="912" name="Rectangle 911">
            <a:extLst>
              <a:ext uri="{FF2B5EF4-FFF2-40B4-BE49-F238E27FC236}">
                <a16:creationId xmlns:a16="http://schemas.microsoft.com/office/drawing/2014/main" id="{768922E6-93FE-C172-9AB2-92437BFD80C3}"/>
              </a:ext>
            </a:extLst>
          </p:cNvPr>
          <p:cNvSpPr/>
          <p:nvPr/>
        </p:nvSpPr>
        <p:spPr>
          <a:xfrm>
            <a:off x="778031" y="433864"/>
            <a:ext cx="7453627" cy="755784"/>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nSpc>
                <a:spcPct val="150000"/>
              </a:lnSpc>
              <a:tabLst>
                <a:tab pos="0" algn="l"/>
              </a:tabLst>
            </a:pPr>
            <a:r>
              <a:rPr lang="en-US" sz="1000" dirty="0"/>
              <a:t>This analysis presents a comprehensive overview of viewership trends, highlighting top-performing content, key audience demographics, regional reach, and weekly engagement patterns.</a:t>
            </a:r>
            <a:endParaRPr lang="en-US" sz="700" b="0" u="none" strike="noStrike" dirty="0">
              <a:solidFill>
                <a:srgbClr val="000000"/>
              </a:solidFill>
              <a:effectLst/>
              <a:uFillTx/>
              <a:latin typeface="OpenSymbol"/>
            </a:endParaRPr>
          </a:p>
        </p:txBody>
      </p:sp>
      <p:sp>
        <p:nvSpPr>
          <p:cNvPr id="8" name="TextBox 7">
            <a:extLst>
              <a:ext uri="{FF2B5EF4-FFF2-40B4-BE49-F238E27FC236}">
                <a16:creationId xmlns:a16="http://schemas.microsoft.com/office/drawing/2014/main" id="{C5A58F53-CF9F-6BD0-5D6B-46BF20A70D6F}"/>
              </a:ext>
            </a:extLst>
          </p:cNvPr>
          <p:cNvSpPr txBox="1"/>
          <p:nvPr/>
        </p:nvSpPr>
        <p:spPr>
          <a:xfrm>
            <a:off x="850837" y="4294316"/>
            <a:ext cx="7403476" cy="1169551"/>
          </a:xfrm>
          <a:prstGeom prst="rect">
            <a:avLst/>
          </a:prstGeom>
          <a:noFill/>
        </p:spPr>
        <p:txBody>
          <a:bodyPr wrap="square" rtlCol="0">
            <a:spAutoFit/>
          </a:bodyPr>
          <a:lstStyle/>
          <a:p>
            <a:pPr lvl="0" eaLnBrk="0" fontAlgn="base" hangingPunct="0">
              <a:spcBef>
                <a:spcPct val="0"/>
              </a:spcBef>
              <a:spcAft>
                <a:spcPct val="0"/>
              </a:spcAft>
            </a:pPr>
            <a:r>
              <a:rPr lang="en-US" altLang="en-US" sz="1000" b="1" dirty="0">
                <a:solidFill>
                  <a:srgbClr val="202124"/>
                </a:solidFill>
                <a:latin typeface="Roboto" panose="02000000000000000000" pitchFamily="2" charset="0"/>
              </a:rPr>
              <a:t>Insights:</a:t>
            </a:r>
          </a:p>
          <a:p>
            <a:pPr marL="171450" lvl="0" indent="-171450" eaLnBrk="0" fontAlgn="base" hangingPunct="0">
              <a:spcBef>
                <a:spcPct val="0"/>
              </a:spcBef>
              <a:spcAft>
                <a:spcPct val="0"/>
              </a:spcAft>
              <a:buFont typeface="Arial" panose="020B0604020202020204" pitchFamily="34" charset="0"/>
              <a:buChar char="•"/>
            </a:pPr>
            <a:r>
              <a:rPr lang="en-US" altLang="en-US" sz="1000" dirty="0">
                <a:solidFill>
                  <a:srgbClr val="202124"/>
                </a:solidFill>
                <a:latin typeface="Roboto" panose="02000000000000000000" pitchFamily="2" charset="0"/>
              </a:rPr>
              <a:t>The ICC Cricket World Cup 2011 and </a:t>
            </a:r>
            <a:r>
              <a:rPr lang="en-US" altLang="en-US" sz="1000" dirty="0" err="1">
                <a:solidFill>
                  <a:srgbClr val="202124"/>
                </a:solidFill>
                <a:latin typeface="Roboto" panose="02000000000000000000" pitchFamily="2" charset="0"/>
              </a:rPr>
              <a:t>Supersport</a:t>
            </a:r>
            <a:r>
              <a:rPr lang="en-US" altLang="en-US" sz="1000" dirty="0">
                <a:solidFill>
                  <a:srgbClr val="202124"/>
                </a:solidFill>
                <a:latin typeface="Roboto" panose="02000000000000000000" pitchFamily="2" charset="0"/>
              </a:rPr>
              <a:t> Live Events dominate the viewing charts, indicating a strong preference for live sports content among the general audience. CNN and Trace TV follow as the top non-sports channels.</a:t>
            </a:r>
            <a:endParaRPr kumimoji="0" lang="en-US" altLang="en-US" sz="1000" b="0" i="0" u="none" strike="noStrike" cap="none" normalizeH="0" baseline="0" dirty="0">
              <a:ln>
                <a:noFill/>
              </a:ln>
              <a:solidFill>
                <a:schemeClr val="tx1"/>
              </a:solidFill>
              <a:effectLst/>
            </a:endParaRPr>
          </a:p>
          <a:p>
            <a:pPr lvl="0" eaLnBrk="0" fontAlgn="base" hangingPunct="0">
              <a:spcBef>
                <a:spcPct val="0"/>
              </a:spcBef>
              <a:spcAft>
                <a:spcPct val="0"/>
              </a:spcAft>
            </a:pPr>
            <a:r>
              <a:rPr kumimoji="0" lang="en-US" altLang="en-US" sz="1000" b="0" i="0" u="none" strike="noStrike" cap="none" normalizeH="0" baseline="0" dirty="0">
                <a:ln>
                  <a:noFill/>
                </a:ln>
                <a:solidFill>
                  <a:schemeClr val="tx1"/>
                </a:solidFill>
                <a:effectLst/>
                <a:latin typeface="Arial" panose="020B0604020202020204" pitchFamily="34" charset="0"/>
              </a:rPr>
              <a:t> </a:t>
            </a:r>
          </a:p>
          <a:p>
            <a:pPr lvl="0" eaLnBrk="0" fontAlgn="base" hangingPunct="0">
              <a:spcBef>
                <a:spcPct val="0"/>
              </a:spcBef>
              <a:spcAft>
                <a:spcPct val="0"/>
              </a:spcAft>
            </a:pPr>
            <a:br>
              <a:rPr kumimoji="0" lang="en-US" altLang="en-US" sz="1000" b="0" i="0" u="none" strike="noStrike" cap="none" normalizeH="0" baseline="0" dirty="0">
                <a:ln>
                  <a:noFill/>
                </a:ln>
                <a:solidFill>
                  <a:schemeClr val="tx1"/>
                </a:solidFill>
                <a:effectLst/>
                <a:latin typeface="Arial" panose="020B0604020202020204" pitchFamily="34" charset="0"/>
              </a:rPr>
            </a:br>
            <a:endParaRPr kumimoji="0" lang="en-US" altLang="en-US" sz="1000" b="0" i="0" u="none" strike="noStrike" cap="none" normalizeH="0" baseline="0" dirty="0">
              <a:ln>
                <a:noFill/>
              </a:ln>
              <a:solidFill>
                <a:schemeClr val="tx1"/>
              </a:solidFill>
              <a:effectLst/>
              <a:latin typeface="Arial" panose="020B0604020202020204" pitchFamily="34" charset="0"/>
            </a:endParaRPr>
          </a:p>
          <a:p>
            <a:endParaRPr lang="en-US" sz="1000" dirty="0"/>
          </a:p>
        </p:txBody>
      </p:sp>
      <p:sp>
        <p:nvSpPr>
          <p:cNvPr id="11" name="TextBox 10">
            <a:extLst>
              <a:ext uri="{FF2B5EF4-FFF2-40B4-BE49-F238E27FC236}">
                <a16:creationId xmlns:a16="http://schemas.microsoft.com/office/drawing/2014/main" id="{E5EE332B-8814-574A-A0F4-C6B72E523B63}"/>
              </a:ext>
            </a:extLst>
          </p:cNvPr>
          <p:cNvSpPr txBox="1"/>
          <p:nvPr/>
        </p:nvSpPr>
        <p:spPr>
          <a:xfrm>
            <a:off x="0" y="106419"/>
            <a:ext cx="5180076" cy="861774"/>
          </a:xfrm>
          <a:prstGeom prst="rect">
            <a:avLst/>
          </a:prstGeom>
          <a:noFill/>
        </p:spPr>
        <p:txBody>
          <a:bodyPr wrap="square">
            <a:spAutoFit/>
          </a:bodyPr>
          <a:lstStyle/>
          <a:p>
            <a:r>
              <a:rPr lang="en-US" sz="5000" b="1" dirty="0">
                <a:solidFill>
                  <a:schemeClr val="dk2"/>
                </a:solidFill>
                <a:latin typeface="Calibri"/>
              </a:rPr>
              <a:t>09</a:t>
            </a:r>
            <a:endParaRPr lang="en-US" sz="5000" dirty="0"/>
          </a:p>
        </p:txBody>
      </p:sp>
      <p:pic>
        <p:nvPicPr>
          <p:cNvPr id="2" name="Picture 1">
            <a:extLst>
              <a:ext uri="{FF2B5EF4-FFF2-40B4-BE49-F238E27FC236}">
                <a16:creationId xmlns:a16="http://schemas.microsoft.com/office/drawing/2014/main" id="{BC9A6CF4-C633-7237-FA30-ADAA6BA80E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340" y="1102552"/>
            <a:ext cx="7453628" cy="3186524"/>
          </a:xfrm>
          <a:prstGeom prst="rect">
            <a:avLst/>
          </a:prstGeom>
        </p:spPr>
      </p:pic>
      <p:sp>
        <p:nvSpPr>
          <p:cNvPr id="4" name="Rectangle 3">
            <a:extLst>
              <a:ext uri="{FF2B5EF4-FFF2-40B4-BE49-F238E27FC236}">
                <a16:creationId xmlns:a16="http://schemas.microsoft.com/office/drawing/2014/main" id="{64C7BD20-8E81-CA4D-91A0-8018556EE780}"/>
              </a:ext>
            </a:extLst>
          </p:cNvPr>
          <p:cNvSpPr/>
          <p:nvPr/>
        </p:nvSpPr>
        <p:spPr>
          <a:xfrm>
            <a:off x="912340" y="3995351"/>
            <a:ext cx="1995617" cy="29896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CD1AC810-F445-0894-D218-68DC86ADC960}"/>
              </a:ext>
            </a:extLst>
          </p:cNvPr>
          <p:cNvSpPr/>
          <p:nvPr/>
        </p:nvSpPr>
        <p:spPr>
          <a:xfrm>
            <a:off x="912340" y="3937686"/>
            <a:ext cx="1937952" cy="17910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20F577C9-730F-20CE-15D1-3ABD864EFD2C}"/>
              </a:ext>
            </a:extLst>
          </p:cNvPr>
          <p:cNvSpPr/>
          <p:nvPr/>
        </p:nvSpPr>
        <p:spPr>
          <a:xfrm>
            <a:off x="5972432" y="3937686"/>
            <a:ext cx="2281881" cy="17910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7D849A12-4CBB-77EB-2B1A-F087EB90E18E}"/>
              </a:ext>
            </a:extLst>
          </p:cNvPr>
          <p:cNvSpPr/>
          <p:nvPr/>
        </p:nvSpPr>
        <p:spPr>
          <a:xfrm>
            <a:off x="0" y="4294316"/>
            <a:ext cx="912340" cy="8491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31CC1A0F-196A-A0FB-421C-C7D5A41FDA22}"/>
              </a:ext>
            </a:extLst>
          </p:cNvPr>
          <p:cNvSpPr/>
          <p:nvPr/>
        </p:nvSpPr>
        <p:spPr>
          <a:xfrm>
            <a:off x="-172995" y="4580238"/>
            <a:ext cx="172995" cy="563262"/>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76BBE31-FF8F-385D-2BCD-E770343971BC}"/>
              </a:ext>
            </a:extLst>
          </p:cNvPr>
          <p:cNvSpPr/>
          <p:nvPr/>
        </p:nvSpPr>
        <p:spPr>
          <a:xfrm>
            <a:off x="6746789" y="106419"/>
            <a:ext cx="2222323" cy="43088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4" name="Rectangle 13">
            <a:extLst>
              <a:ext uri="{FF2B5EF4-FFF2-40B4-BE49-F238E27FC236}">
                <a16:creationId xmlns:a16="http://schemas.microsoft.com/office/drawing/2014/main" id="{E8458E16-0F9E-2417-D1CF-9E636A419055}"/>
              </a:ext>
            </a:extLst>
          </p:cNvPr>
          <p:cNvSpPr/>
          <p:nvPr/>
        </p:nvSpPr>
        <p:spPr>
          <a:xfrm>
            <a:off x="8163697" y="1062720"/>
            <a:ext cx="202271" cy="292739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Rectangle 14">
            <a:extLst>
              <a:ext uri="{FF2B5EF4-FFF2-40B4-BE49-F238E27FC236}">
                <a16:creationId xmlns:a16="http://schemas.microsoft.com/office/drawing/2014/main" id="{F782EAF1-7BF0-D294-80A4-64664D5D0FA2}"/>
              </a:ext>
            </a:extLst>
          </p:cNvPr>
          <p:cNvSpPr/>
          <p:nvPr/>
        </p:nvSpPr>
        <p:spPr>
          <a:xfrm>
            <a:off x="912340" y="968193"/>
            <a:ext cx="7251357" cy="22145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DC6B176F-3238-5B67-356A-6587FD65606C}"/>
              </a:ext>
            </a:extLst>
          </p:cNvPr>
          <p:cNvSpPr/>
          <p:nvPr/>
        </p:nvSpPr>
        <p:spPr>
          <a:xfrm>
            <a:off x="1046205" y="1189648"/>
            <a:ext cx="7117492" cy="284925"/>
          </a:xfrm>
          <a:prstGeom prst="roundRect">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99938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3" name="Rectangle 912"/>
          <p:cNvSpPr/>
          <p:nvPr/>
        </p:nvSpPr>
        <p:spPr>
          <a:xfrm>
            <a:off x="220248" y="123990"/>
            <a:ext cx="2285640" cy="861774"/>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dirty="0">
                <a:solidFill>
                  <a:schemeClr val="dk2"/>
                </a:solidFill>
                <a:latin typeface="Calibri"/>
              </a:rPr>
              <a:t>10</a:t>
            </a:r>
            <a:endParaRPr lang="en-US" sz="5000" b="0" u="none" strike="noStrike" dirty="0">
              <a:solidFill>
                <a:srgbClr val="000000"/>
              </a:solidFill>
              <a:effectLst/>
              <a:uFillTx/>
              <a:latin typeface="OpenSymbol"/>
            </a:endParaRPr>
          </a:p>
        </p:txBody>
      </p:sp>
      <p:sp>
        <p:nvSpPr>
          <p:cNvPr id="914" name="Rectangle 913"/>
          <p:cNvSpPr/>
          <p:nvPr/>
        </p:nvSpPr>
        <p:spPr>
          <a:xfrm>
            <a:off x="1138644" y="0"/>
            <a:ext cx="5266512"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1" u="none" strike="noStrike" dirty="0">
                <a:solidFill>
                  <a:schemeClr val="dk1"/>
                </a:solidFill>
                <a:effectLst/>
                <a:uFillTx/>
                <a:latin typeface="Epilogue"/>
              </a:rPr>
              <a:t>Audience Reach by Province</a:t>
            </a:r>
            <a:endParaRPr lang="en-US" sz="2400" b="0" u="none" strike="noStrike" dirty="0">
              <a:solidFill>
                <a:srgbClr val="000000"/>
              </a:solidFill>
              <a:effectLst/>
              <a:uFillTx/>
              <a:latin typeface="OpenSymbol"/>
            </a:endParaRPr>
          </a:p>
        </p:txBody>
      </p:sp>
      <p:pic>
        <p:nvPicPr>
          <p:cNvPr id="12" name="Picture 11">
            <a:extLst>
              <a:ext uri="{FF2B5EF4-FFF2-40B4-BE49-F238E27FC236}">
                <a16:creationId xmlns:a16="http://schemas.microsoft.com/office/drawing/2014/main" id="{61AAC417-0972-0325-185D-8BE2E04603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6930" y="1050840"/>
            <a:ext cx="7357383" cy="3232836"/>
          </a:xfrm>
          <a:prstGeom prst="rect">
            <a:avLst/>
          </a:prstGeom>
        </p:spPr>
      </p:pic>
      <p:sp>
        <p:nvSpPr>
          <p:cNvPr id="16" name="TextBox 15">
            <a:extLst>
              <a:ext uri="{FF2B5EF4-FFF2-40B4-BE49-F238E27FC236}">
                <a16:creationId xmlns:a16="http://schemas.microsoft.com/office/drawing/2014/main" id="{B4230287-8A6C-FD2E-4EAF-B3DB51EDDDA7}"/>
              </a:ext>
            </a:extLst>
          </p:cNvPr>
          <p:cNvSpPr txBox="1"/>
          <p:nvPr/>
        </p:nvSpPr>
        <p:spPr>
          <a:xfrm>
            <a:off x="1138644" y="364845"/>
            <a:ext cx="7115670" cy="861774"/>
          </a:xfrm>
          <a:prstGeom prst="rect">
            <a:avLst/>
          </a:prstGeom>
          <a:noFill/>
        </p:spPr>
        <p:txBody>
          <a:bodyPr wrap="square">
            <a:spAutoFit/>
          </a:bodyPr>
          <a:lstStyle/>
          <a:p>
            <a:pPr lvl="0" eaLnBrk="0" fontAlgn="base" hangingPunct="0">
              <a:spcBef>
                <a:spcPct val="0"/>
              </a:spcBef>
              <a:spcAft>
                <a:spcPct val="0"/>
              </a:spcAft>
            </a:pPr>
            <a:r>
              <a:rPr kumimoji="0" lang="en-US" altLang="en-US" sz="1000" b="0" i="0" u="none" strike="noStrike" cap="none" normalizeH="0" baseline="0" dirty="0">
                <a:ln>
                  <a:noFill/>
                </a:ln>
                <a:solidFill>
                  <a:srgbClr val="202124"/>
                </a:solidFill>
                <a:effectLst/>
                <a:ea typeface="Roboto" panose="02000000000000000000" pitchFamily="2" charset="0"/>
                <a:cs typeface="Roboto" panose="02000000000000000000" pitchFamily="2" charset="0"/>
              </a:rPr>
              <a:t>The ICC Cricket World Cup 2011 and </a:t>
            </a:r>
            <a:r>
              <a:rPr kumimoji="0" lang="en-US" altLang="en-US" sz="1000" b="0" i="0" u="none" strike="noStrike" cap="none" normalizeH="0" baseline="0" dirty="0" err="1">
                <a:ln>
                  <a:noFill/>
                </a:ln>
                <a:solidFill>
                  <a:srgbClr val="202124"/>
                </a:solidFill>
                <a:effectLst/>
                <a:ea typeface="Roboto" panose="02000000000000000000" pitchFamily="2" charset="0"/>
                <a:cs typeface="Roboto" panose="02000000000000000000" pitchFamily="2" charset="0"/>
              </a:rPr>
              <a:t>Supersport</a:t>
            </a:r>
            <a:r>
              <a:rPr kumimoji="0" lang="en-US" altLang="en-US" sz="1000" b="0" i="0" u="none" strike="noStrike" cap="none" normalizeH="0" baseline="0" dirty="0">
                <a:ln>
                  <a:noFill/>
                </a:ln>
                <a:solidFill>
                  <a:srgbClr val="202124"/>
                </a:solidFill>
                <a:effectLst/>
                <a:ea typeface="Roboto" panose="02000000000000000000" pitchFamily="2" charset="0"/>
                <a:cs typeface="Roboto" panose="02000000000000000000" pitchFamily="2" charset="0"/>
              </a:rPr>
              <a:t> Live Events dominate the viewing charts, indicating a strong preference for live sports content among the general audience. CNN and Trace TV follow as the top non-sports channels.</a:t>
            </a:r>
          </a:p>
          <a:p>
            <a:pPr lvl="0" eaLnBrk="0" fontAlgn="base" hangingPunct="0">
              <a:spcBef>
                <a:spcPct val="0"/>
              </a:spcBef>
              <a:spcAft>
                <a:spcPct val="0"/>
              </a:spcAft>
            </a:pPr>
            <a:r>
              <a:rPr kumimoji="0" lang="en-US" altLang="en-US" sz="1000" b="0" i="0" u="none" strike="noStrike" cap="none" normalizeH="0" baseline="0" dirty="0">
                <a:ln>
                  <a:noFill/>
                </a:ln>
                <a:solidFill>
                  <a:srgbClr val="202124"/>
                </a:solidFill>
                <a:effectLst/>
                <a:ea typeface="Roboto" panose="02000000000000000000" pitchFamily="2" charset="0"/>
                <a:cs typeface="Roboto" panose="02000000000000000000" pitchFamily="2" charset="0"/>
              </a:rPr>
              <a:t> </a:t>
            </a:r>
          </a:p>
          <a:p>
            <a:pPr lvl="0" eaLnBrk="0" fontAlgn="base" hangingPunct="0">
              <a:spcBef>
                <a:spcPct val="0"/>
              </a:spcBef>
              <a:spcAft>
                <a:spcPct val="0"/>
              </a:spcAft>
            </a:pPr>
            <a:br>
              <a:rPr kumimoji="0" lang="en-US" altLang="en-US" sz="1000" b="0" i="0" u="none" strike="noStrike" cap="none" normalizeH="0" baseline="0" dirty="0">
                <a:ln>
                  <a:noFill/>
                </a:ln>
                <a:solidFill>
                  <a:schemeClr val="tx1"/>
                </a:solidFill>
                <a:effectLst/>
                <a:ea typeface="Roboto" panose="02000000000000000000" pitchFamily="2" charset="0"/>
                <a:cs typeface="Roboto" panose="02000000000000000000" pitchFamily="2" charset="0"/>
              </a:rPr>
            </a:br>
            <a:endParaRPr kumimoji="0" lang="en-US" altLang="en-US" sz="1000" b="0" i="0" u="none" strike="noStrike" cap="none" normalizeH="0" baseline="0" dirty="0">
              <a:ln>
                <a:noFill/>
              </a:ln>
              <a:solidFill>
                <a:schemeClr val="tx1"/>
              </a:solidFill>
              <a:effectLst/>
              <a:ea typeface="Roboto" panose="02000000000000000000" pitchFamily="2" charset="0"/>
              <a:cs typeface="Roboto" panose="02000000000000000000" pitchFamily="2" charset="0"/>
            </a:endParaRPr>
          </a:p>
        </p:txBody>
      </p:sp>
      <p:sp>
        <p:nvSpPr>
          <p:cNvPr id="2" name="Rounded Rectangle 1">
            <a:extLst>
              <a:ext uri="{FF2B5EF4-FFF2-40B4-BE49-F238E27FC236}">
                <a16:creationId xmlns:a16="http://schemas.microsoft.com/office/drawing/2014/main" id="{BECA9C19-E71C-0634-16BD-B16D5066B988}"/>
              </a:ext>
            </a:extLst>
          </p:cNvPr>
          <p:cNvSpPr/>
          <p:nvPr/>
        </p:nvSpPr>
        <p:spPr>
          <a:xfrm>
            <a:off x="6697362" y="123990"/>
            <a:ext cx="2331308" cy="46913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Rectangle 2">
            <a:extLst>
              <a:ext uri="{FF2B5EF4-FFF2-40B4-BE49-F238E27FC236}">
                <a16:creationId xmlns:a16="http://schemas.microsoft.com/office/drawing/2014/main" id="{6D21CB0C-A823-4791-9F43-8020228168A1}"/>
              </a:ext>
            </a:extLst>
          </p:cNvPr>
          <p:cNvSpPr/>
          <p:nvPr/>
        </p:nvSpPr>
        <p:spPr>
          <a:xfrm>
            <a:off x="0" y="4176584"/>
            <a:ext cx="955589" cy="96691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 name="Rectangle 3">
            <a:extLst>
              <a:ext uri="{FF2B5EF4-FFF2-40B4-BE49-F238E27FC236}">
                <a16:creationId xmlns:a16="http://schemas.microsoft.com/office/drawing/2014/main" id="{3900C5BE-1D2F-66BF-2CED-8A336E7405D5}"/>
              </a:ext>
            </a:extLst>
          </p:cNvPr>
          <p:cNvSpPr/>
          <p:nvPr/>
        </p:nvSpPr>
        <p:spPr>
          <a:xfrm>
            <a:off x="-189470" y="4613189"/>
            <a:ext cx="189470" cy="530311"/>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7D6313B-4A49-2AF5-61CF-93CE6F99963F}"/>
              </a:ext>
            </a:extLst>
          </p:cNvPr>
          <p:cNvSpPr/>
          <p:nvPr/>
        </p:nvSpPr>
        <p:spPr>
          <a:xfrm>
            <a:off x="955589" y="1050840"/>
            <a:ext cx="4950941" cy="283690"/>
          </a:xfrm>
          <a:prstGeom prst="rect">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DDCE7-9739-98A0-3158-B7F69B2D9EF5}"/>
            </a:ext>
          </a:extLst>
        </p:cNvPr>
        <p:cNvGrpSpPr/>
        <p:nvPr/>
      </p:nvGrpSpPr>
      <p:grpSpPr>
        <a:xfrm>
          <a:off x="0" y="0"/>
          <a:ext cx="0" cy="0"/>
          <a:chOff x="0" y="0"/>
          <a:chExt cx="0" cy="0"/>
        </a:xfrm>
      </p:grpSpPr>
      <p:sp>
        <p:nvSpPr>
          <p:cNvPr id="913" name="Rectangle 912">
            <a:extLst>
              <a:ext uri="{FF2B5EF4-FFF2-40B4-BE49-F238E27FC236}">
                <a16:creationId xmlns:a16="http://schemas.microsoft.com/office/drawing/2014/main" id="{EA1A731C-B5F2-24B8-B38D-4A847C613DEC}"/>
              </a:ext>
            </a:extLst>
          </p:cNvPr>
          <p:cNvSpPr/>
          <p:nvPr/>
        </p:nvSpPr>
        <p:spPr>
          <a:xfrm>
            <a:off x="220248" y="123990"/>
            <a:ext cx="2285640" cy="861774"/>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dirty="0">
                <a:solidFill>
                  <a:schemeClr val="dk2"/>
                </a:solidFill>
                <a:effectLst/>
                <a:uFillTx/>
                <a:latin typeface="Calibri"/>
              </a:rPr>
              <a:t>11</a:t>
            </a:r>
            <a:endParaRPr lang="en-US" sz="5000" b="0" u="none" strike="noStrike" dirty="0">
              <a:solidFill>
                <a:srgbClr val="000000"/>
              </a:solidFill>
              <a:effectLst/>
              <a:uFillTx/>
              <a:latin typeface="OpenSymbol"/>
            </a:endParaRPr>
          </a:p>
        </p:txBody>
      </p:sp>
      <p:sp>
        <p:nvSpPr>
          <p:cNvPr id="914" name="Rectangle 913">
            <a:extLst>
              <a:ext uri="{FF2B5EF4-FFF2-40B4-BE49-F238E27FC236}">
                <a16:creationId xmlns:a16="http://schemas.microsoft.com/office/drawing/2014/main" id="{02DD948F-B48B-7635-96BC-2EB2096E203E}"/>
              </a:ext>
            </a:extLst>
          </p:cNvPr>
          <p:cNvSpPr/>
          <p:nvPr/>
        </p:nvSpPr>
        <p:spPr>
          <a:xfrm>
            <a:off x="889686" y="0"/>
            <a:ext cx="551547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1" u="none" strike="noStrike" dirty="0">
                <a:solidFill>
                  <a:schemeClr val="dk1"/>
                </a:solidFill>
                <a:effectLst/>
                <a:uFillTx/>
                <a:latin typeface="Epilogue"/>
              </a:rPr>
              <a:t>Audience Reach by Province</a:t>
            </a:r>
            <a:endParaRPr lang="en-US" sz="2400" b="0" u="none" strike="noStrike" dirty="0">
              <a:solidFill>
                <a:srgbClr val="000000"/>
              </a:solidFill>
              <a:effectLst/>
              <a:uFillTx/>
              <a:latin typeface="OpenSymbol"/>
            </a:endParaRPr>
          </a:p>
        </p:txBody>
      </p:sp>
      <p:pic>
        <p:nvPicPr>
          <p:cNvPr id="14" name="Picture 13">
            <a:extLst>
              <a:ext uri="{FF2B5EF4-FFF2-40B4-BE49-F238E27FC236}">
                <a16:creationId xmlns:a16="http://schemas.microsoft.com/office/drawing/2014/main" id="{65A035FB-6CFB-E0C9-9D4B-1C0C9A3C2F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9686" y="914053"/>
            <a:ext cx="7364628" cy="3320195"/>
          </a:xfrm>
          <a:prstGeom prst="rect">
            <a:avLst/>
          </a:prstGeom>
        </p:spPr>
      </p:pic>
      <p:sp>
        <p:nvSpPr>
          <p:cNvPr id="15" name="TextBox 14">
            <a:extLst>
              <a:ext uri="{FF2B5EF4-FFF2-40B4-BE49-F238E27FC236}">
                <a16:creationId xmlns:a16="http://schemas.microsoft.com/office/drawing/2014/main" id="{4335AAA5-C27A-01F0-4F95-7DE1B2237F6E}"/>
              </a:ext>
            </a:extLst>
          </p:cNvPr>
          <p:cNvSpPr txBox="1"/>
          <p:nvPr/>
        </p:nvSpPr>
        <p:spPr>
          <a:xfrm>
            <a:off x="808296" y="4379698"/>
            <a:ext cx="7446017" cy="553998"/>
          </a:xfrm>
          <a:prstGeom prst="rect">
            <a:avLst/>
          </a:prstGeom>
          <a:noFill/>
        </p:spPr>
        <p:txBody>
          <a:bodyPr wrap="square" rtlCol="0">
            <a:spAutoFit/>
          </a:bodyPr>
          <a:lstStyle/>
          <a:p>
            <a:r>
              <a:rPr lang="en-US" sz="1000" b="1" dirty="0"/>
              <a:t>Insight: </a:t>
            </a:r>
            <a:endParaRPr lang="en-US" sz="1000" dirty="0"/>
          </a:p>
          <a:p>
            <a:pPr marL="171450" indent="-171450">
              <a:buFont typeface="Arial" panose="020B0604020202020204" pitchFamily="34" charset="0"/>
              <a:buChar char="•"/>
            </a:pPr>
            <a:r>
              <a:rPr lang="en-US" sz="1000" dirty="0"/>
              <a:t>Gauteng and Western Cape are the primary hubs for unique viewers. This concentration in urban provinces highlights the core geographic market for broadcasters.</a:t>
            </a:r>
          </a:p>
        </p:txBody>
      </p:sp>
      <p:sp>
        <p:nvSpPr>
          <p:cNvPr id="2" name="Rounded Rectangle 1">
            <a:extLst>
              <a:ext uri="{FF2B5EF4-FFF2-40B4-BE49-F238E27FC236}">
                <a16:creationId xmlns:a16="http://schemas.microsoft.com/office/drawing/2014/main" id="{4A285EDC-9F1E-F8E4-05C3-D49C6AE8844D}"/>
              </a:ext>
            </a:extLst>
          </p:cNvPr>
          <p:cNvSpPr/>
          <p:nvPr/>
        </p:nvSpPr>
        <p:spPr>
          <a:xfrm>
            <a:off x="6697362" y="123990"/>
            <a:ext cx="2331308" cy="46913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Rectangle 2">
            <a:extLst>
              <a:ext uri="{FF2B5EF4-FFF2-40B4-BE49-F238E27FC236}">
                <a16:creationId xmlns:a16="http://schemas.microsoft.com/office/drawing/2014/main" id="{06680950-05F8-BB9D-4293-A3DF88EF8512}"/>
              </a:ext>
            </a:extLst>
          </p:cNvPr>
          <p:cNvSpPr/>
          <p:nvPr/>
        </p:nvSpPr>
        <p:spPr>
          <a:xfrm>
            <a:off x="0" y="4234249"/>
            <a:ext cx="889686" cy="90925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6" name="TextBox 15">
            <a:extLst>
              <a:ext uri="{FF2B5EF4-FFF2-40B4-BE49-F238E27FC236}">
                <a16:creationId xmlns:a16="http://schemas.microsoft.com/office/drawing/2014/main" id="{1B7B771B-B51D-D27A-48E3-A3DCD38D114E}"/>
              </a:ext>
            </a:extLst>
          </p:cNvPr>
          <p:cNvSpPr txBox="1"/>
          <p:nvPr/>
        </p:nvSpPr>
        <p:spPr>
          <a:xfrm>
            <a:off x="889686" y="364845"/>
            <a:ext cx="7364628" cy="861774"/>
          </a:xfrm>
          <a:prstGeom prst="rect">
            <a:avLst/>
          </a:prstGeom>
          <a:noFill/>
        </p:spPr>
        <p:txBody>
          <a:bodyPr wrap="square">
            <a:spAutoFit/>
          </a:bodyPr>
          <a:lstStyle/>
          <a:p>
            <a:pPr lvl="0" eaLnBrk="0" fontAlgn="base" hangingPunct="0">
              <a:spcBef>
                <a:spcPct val="0"/>
              </a:spcBef>
              <a:spcAft>
                <a:spcPct val="0"/>
              </a:spcAft>
            </a:pPr>
            <a:r>
              <a:rPr kumimoji="0" lang="en-US" altLang="en-US" sz="1000" b="0" i="0" u="none" strike="noStrike" cap="none" normalizeH="0" baseline="0" dirty="0">
                <a:ln>
                  <a:noFill/>
                </a:ln>
                <a:solidFill>
                  <a:srgbClr val="202124"/>
                </a:solidFill>
                <a:effectLst/>
                <a:ea typeface="Roboto" panose="02000000000000000000" pitchFamily="2" charset="0"/>
                <a:cs typeface="Roboto" panose="02000000000000000000" pitchFamily="2" charset="0"/>
              </a:rPr>
              <a:t>The ICC Cricket World Cup 2011 and </a:t>
            </a:r>
            <a:r>
              <a:rPr kumimoji="0" lang="en-US" altLang="en-US" sz="1000" b="0" i="0" u="none" strike="noStrike" cap="none" normalizeH="0" baseline="0" dirty="0" err="1">
                <a:ln>
                  <a:noFill/>
                </a:ln>
                <a:solidFill>
                  <a:srgbClr val="202124"/>
                </a:solidFill>
                <a:effectLst/>
                <a:ea typeface="Roboto" panose="02000000000000000000" pitchFamily="2" charset="0"/>
                <a:cs typeface="Roboto" panose="02000000000000000000" pitchFamily="2" charset="0"/>
              </a:rPr>
              <a:t>Supersport</a:t>
            </a:r>
            <a:r>
              <a:rPr kumimoji="0" lang="en-US" altLang="en-US" sz="1000" b="0" i="0" u="none" strike="noStrike" cap="none" normalizeH="0" baseline="0" dirty="0">
                <a:ln>
                  <a:noFill/>
                </a:ln>
                <a:solidFill>
                  <a:srgbClr val="202124"/>
                </a:solidFill>
                <a:effectLst/>
                <a:ea typeface="Roboto" panose="02000000000000000000" pitchFamily="2" charset="0"/>
                <a:cs typeface="Roboto" panose="02000000000000000000" pitchFamily="2" charset="0"/>
              </a:rPr>
              <a:t> Live Events dominate the viewing charts, indicating a strong preference for live sports content among the general audience. CNN and Trace TV follow as the top non-sports channels.</a:t>
            </a:r>
          </a:p>
          <a:p>
            <a:pPr lvl="0" eaLnBrk="0" fontAlgn="base" hangingPunct="0">
              <a:spcBef>
                <a:spcPct val="0"/>
              </a:spcBef>
              <a:spcAft>
                <a:spcPct val="0"/>
              </a:spcAft>
            </a:pPr>
            <a:r>
              <a:rPr kumimoji="0" lang="en-US" altLang="en-US" sz="1000" b="0" i="0" u="none" strike="noStrike" cap="none" normalizeH="0" baseline="0" dirty="0">
                <a:ln>
                  <a:noFill/>
                </a:ln>
                <a:solidFill>
                  <a:srgbClr val="202124"/>
                </a:solidFill>
                <a:effectLst/>
                <a:ea typeface="Roboto" panose="02000000000000000000" pitchFamily="2" charset="0"/>
                <a:cs typeface="Roboto" panose="02000000000000000000" pitchFamily="2" charset="0"/>
              </a:rPr>
              <a:t> </a:t>
            </a:r>
          </a:p>
          <a:p>
            <a:pPr lvl="0" eaLnBrk="0" fontAlgn="base" hangingPunct="0">
              <a:spcBef>
                <a:spcPct val="0"/>
              </a:spcBef>
              <a:spcAft>
                <a:spcPct val="0"/>
              </a:spcAft>
            </a:pPr>
            <a:br>
              <a:rPr kumimoji="0" lang="en-US" altLang="en-US" sz="1000" b="0" i="0" u="none" strike="noStrike" cap="none" normalizeH="0" baseline="0" dirty="0">
                <a:ln>
                  <a:noFill/>
                </a:ln>
                <a:solidFill>
                  <a:schemeClr val="tx1"/>
                </a:solidFill>
                <a:effectLst/>
                <a:ea typeface="Roboto" panose="02000000000000000000" pitchFamily="2" charset="0"/>
                <a:cs typeface="Roboto" panose="02000000000000000000" pitchFamily="2" charset="0"/>
              </a:rPr>
            </a:br>
            <a:endParaRPr kumimoji="0" lang="en-US" altLang="en-US" sz="1000" b="0" i="0" u="none" strike="noStrike" cap="none" normalizeH="0" baseline="0" dirty="0">
              <a:ln>
                <a:noFill/>
              </a:ln>
              <a:solidFill>
                <a:schemeClr val="tx1"/>
              </a:solidFill>
              <a:effectLst/>
              <a:ea typeface="Roboto" panose="02000000000000000000" pitchFamily="2" charset="0"/>
              <a:cs typeface="Roboto" panose="02000000000000000000" pitchFamily="2" charset="0"/>
            </a:endParaRPr>
          </a:p>
        </p:txBody>
      </p:sp>
      <p:sp>
        <p:nvSpPr>
          <p:cNvPr id="4" name="Rectangle 3">
            <a:extLst>
              <a:ext uri="{FF2B5EF4-FFF2-40B4-BE49-F238E27FC236}">
                <a16:creationId xmlns:a16="http://schemas.microsoft.com/office/drawing/2014/main" id="{0C6FA595-FE37-4FD3-C602-DE9FC268C3F1}"/>
              </a:ext>
            </a:extLst>
          </p:cNvPr>
          <p:cNvSpPr/>
          <p:nvPr/>
        </p:nvSpPr>
        <p:spPr>
          <a:xfrm>
            <a:off x="-222422" y="4572000"/>
            <a:ext cx="222422" cy="5715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AF22DB1-BB54-8BF8-76BA-B0942E85AB1D}"/>
              </a:ext>
            </a:extLst>
          </p:cNvPr>
          <p:cNvSpPr/>
          <p:nvPr/>
        </p:nvSpPr>
        <p:spPr>
          <a:xfrm>
            <a:off x="947351" y="909252"/>
            <a:ext cx="7306962" cy="317367"/>
          </a:xfrm>
          <a:prstGeom prst="rect">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97963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BBD27-B172-AEC0-7DE0-CBB792EFA78A}"/>
            </a:ext>
          </a:extLst>
        </p:cNvPr>
        <p:cNvGrpSpPr/>
        <p:nvPr/>
      </p:nvGrpSpPr>
      <p:grpSpPr>
        <a:xfrm>
          <a:off x="0" y="0"/>
          <a:ext cx="0" cy="0"/>
          <a:chOff x="0" y="0"/>
          <a:chExt cx="0" cy="0"/>
        </a:xfrm>
      </p:grpSpPr>
      <p:sp>
        <p:nvSpPr>
          <p:cNvPr id="913" name="Rectangle 912">
            <a:extLst>
              <a:ext uri="{FF2B5EF4-FFF2-40B4-BE49-F238E27FC236}">
                <a16:creationId xmlns:a16="http://schemas.microsoft.com/office/drawing/2014/main" id="{6653616C-FD2C-7A12-542E-9E411ADFFDFD}"/>
              </a:ext>
            </a:extLst>
          </p:cNvPr>
          <p:cNvSpPr/>
          <p:nvPr/>
        </p:nvSpPr>
        <p:spPr>
          <a:xfrm>
            <a:off x="220248" y="118624"/>
            <a:ext cx="2285640" cy="861774"/>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dirty="0">
                <a:solidFill>
                  <a:schemeClr val="dk2"/>
                </a:solidFill>
                <a:latin typeface="Calibri"/>
              </a:rPr>
              <a:t>12</a:t>
            </a:r>
            <a:endParaRPr lang="en-US" sz="5000" b="0" u="none" strike="noStrike" dirty="0">
              <a:solidFill>
                <a:srgbClr val="000000"/>
              </a:solidFill>
              <a:effectLst/>
              <a:uFillTx/>
              <a:latin typeface="OpenSymbol"/>
            </a:endParaRPr>
          </a:p>
        </p:txBody>
      </p:sp>
      <p:sp>
        <p:nvSpPr>
          <p:cNvPr id="914" name="Rectangle 913">
            <a:extLst>
              <a:ext uri="{FF2B5EF4-FFF2-40B4-BE49-F238E27FC236}">
                <a16:creationId xmlns:a16="http://schemas.microsoft.com/office/drawing/2014/main" id="{C8AFD3D4-B655-F1B0-C537-258B11155EBA}"/>
              </a:ext>
            </a:extLst>
          </p:cNvPr>
          <p:cNvSpPr/>
          <p:nvPr/>
        </p:nvSpPr>
        <p:spPr>
          <a:xfrm>
            <a:off x="916536" y="0"/>
            <a:ext cx="7310928"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1" u="none" strike="noStrike" dirty="0">
                <a:solidFill>
                  <a:schemeClr val="dk1"/>
                </a:solidFill>
                <a:effectLst/>
                <a:uFillTx/>
                <a:latin typeface="Epilogue"/>
              </a:rPr>
              <a:t>Total Viewing Duration by Age Group</a:t>
            </a:r>
            <a:endParaRPr lang="en-US" sz="2400" b="0" u="none" strike="noStrike" dirty="0">
              <a:solidFill>
                <a:srgbClr val="000000"/>
              </a:solidFill>
              <a:effectLst/>
              <a:uFillTx/>
              <a:latin typeface="OpenSymbol"/>
            </a:endParaRPr>
          </a:p>
        </p:txBody>
      </p:sp>
      <p:pic>
        <p:nvPicPr>
          <p:cNvPr id="8" name="Picture 7">
            <a:extLst>
              <a:ext uri="{FF2B5EF4-FFF2-40B4-BE49-F238E27FC236}">
                <a16:creationId xmlns:a16="http://schemas.microsoft.com/office/drawing/2014/main" id="{5DD2B323-D02C-A031-5ECF-A8DA2620D7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6536" y="714240"/>
            <a:ext cx="7356390" cy="3300830"/>
          </a:xfrm>
          <a:prstGeom prst="rect">
            <a:avLst/>
          </a:prstGeom>
        </p:spPr>
      </p:pic>
      <p:sp>
        <p:nvSpPr>
          <p:cNvPr id="4" name="TextBox 3">
            <a:extLst>
              <a:ext uri="{FF2B5EF4-FFF2-40B4-BE49-F238E27FC236}">
                <a16:creationId xmlns:a16="http://schemas.microsoft.com/office/drawing/2014/main" id="{38005D44-A967-9C7D-7CA1-B46984025170}"/>
              </a:ext>
            </a:extLst>
          </p:cNvPr>
          <p:cNvSpPr txBox="1"/>
          <p:nvPr/>
        </p:nvSpPr>
        <p:spPr>
          <a:xfrm>
            <a:off x="916536" y="455848"/>
            <a:ext cx="7337778" cy="276999"/>
          </a:xfrm>
          <a:prstGeom prst="rect">
            <a:avLst/>
          </a:prstGeom>
          <a:noFill/>
        </p:spPr>
        <p:txBody>
          <a:bodyPr wrap="square">
            <a:spAutoFit/>
          </a:bodyPr>
          <a:lstStyle/>
          <a:p>
            <a:pPr lvl="0"/>
            <a:r>
              <a:rPr lang="en-US" sz="1200" dirty="0">
                <a:latin typeface="+mj-lt"/>
              </a:rPr>
              <a:t>The following table and chart show total viewing duration broken down by age group.</a:t>
            </a:r>
            <a:endParaRPr lang="en-US" altLang="en-US" sz="1200" dirty="0">
              <a:latin typeface="+mj-lt"/>
            </a:endParaRPr>
          </a:p>
        </p:txBody>
      </p:sp>
      <p:sp>
        <p:nvSpPr>
          <p:cNvPr id="3" name="Rounded Rectangle 2">
            <a:extLst>
              <a:ext uri="{FF2B5EF4-FFF2-40B4-BE49-F238E27FC236}">
                <a16:creationId xmlns:a16="http://schemas.microsoft.com/office/drawing/2014/main" id="{8CE08D4F-02FB-BD5C-C266-D80E0D19D8C8}"/>
              </a:ext>
            </a:extLst>
          </p:cNvPr>
          <p:cNvSpPr/>
          <p:nvPr/>
        </p:nvSpPr>
        <p:spPr>
          <a:xfrm>
            <a:off x="6705600" y="118624"/>
            <a:ext cx="2347784" cy="46626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09FB96C9-912C-1791-077D-8B09494DCFC8}"/>
              </a:ext>
            </a:extLst>
          </p:cNvPr>
          <p:cNvSpPr/>
          <p:nvPr/>
        </p:nvSpPr>
        <p:spPr>
          <a:xfrm>
            <a:off x="916536" y="702468"/>
            <a:ext cx="7438768" cy="52712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D6055EBF-C7FA-D01B-E1D7-8008681305A1}"/>
              </a:ext>
            </a:extLst>
          </p:cNvPr>
          <p:cNvSpPr/>
          <p:nvPr/>
        </p:nvSpPr>
        <p:spPr>
          <a:xfrm>
            <a:off x="4594731" y="2924432"/>
            <a:ext cx="677485" cy="33775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DF514812-63D3-9F7B-A33E-ED943376D9A9}"/>
              </a:ext>
            </a:extLst>
          </p:cNvPr>
          <p:cNvSpPr/>
          <p:nvPr/>
        </p:nvSpPr>
        <p:spPr>
          <a:xfrm>
            <a:off x="0" y="4201297"/>
            <a:ext cx="916536" cy="94220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CB6538F1-27F7-5D1B-F87E-752E7E9FE944}"/>
              </a:ext>
            </a:extLst>
          </p:cNvPr>
          <p:cNvSpPr/>
          <p:nvPr/>
        </p:nvSpPr>
        <p:spPr>
          <a:xfrm>
            <a:off x="-197708" y="4572000"/>
            <a:ext cx="197708" cy="5715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476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15F9A-B5F9-DE00-EB7B-1E12104244B8}"/>
            </a:ext>
          </a:extLst>
        </p:cNvPr>
        <p:cNvGrpSpPr/>
        <p:nvPr/>
      </p:nvGrpSpPr>
      <p:grpSpPr>
        <a:xfrm>
          <a:off x="0" y="0"/>
          <a:ext cx="0" cy="0"/>
          <a:chOff x="0" y="0"/>
          <a:chExt cx="0" cy="0"/>
        </a:xfrm>
      </p:grpSpPr>
      <p:sp>
        <p:nvSpPr>
          <p:cNvPr id="913" name="Rectangle 912">
            <a:extLst>
              <a:ext uri="{FF2B5EF4-FFF2-40B4-BE49-F238E27FC236}">
                <a16:creationId xmlns:a16="http://schemas.microsoft.com/office/drawing/2014/main" id="{6BFBA423-F10B-6D1A-1062-2A782AB63996}"/>
              </a:ext>
            </a:extLst>
          </p:cNvPr>
          <p:cNvSpPr/>
          <p:nvPr/>
        </p:nvSpPr>
        <p:spPr>
          <a:xfrm>
            <a:off x="220248" y="118624"/>
            <a:ext cx="2285640" cy="861774"/>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dirty="0">
                <a:solidFill>
                  <a:schemeClr val="dk2"/>
                </a:solidFill>
                <a:latin typeface="Calibri"/>
              </a:rPr>
              <a:t>13</a:t>
            </a:r>
            <a:endParaRPr lang="en-US" sz="5000" b="0" u="none" strike="noStrike" dirty="0">
              <a:solidFill>
                <a:srgbClr val="000000"/>
              </a:solidFill>
              <a:effectLst/>
              <a:uFillTx/>
              <a:latin typeface="OpenSymbol"/>
            </a:endParaRPr>
          </a:p>
        </p:txBody>
      </p:sp>
      <p:sp>
        <p:nvSpPr>
          <p:cNvPr id="914" name="Rectangle 913">
            <a:extLst>
              <a:ext uri="{FF2B5EF4-FFF2-40B4-BE49-F238E27FC236}">
                <a16:creationId xmlns:a16="http://schemas.microsoft.com/office/drawing/2014/main" id="{A8357862-9A20-56B6-23F1-8FAD5307FE32}"/>
              </a:ext>
            </a:extLst>
          </p:cNvPr>
          <p:cNvSpPr/>
          <p:nvPr/>
        </p:nvSpPr>
        <p:spPr>
          <a:xfrm>
            <a:off x="902783" y="0"/>
            <a:ext cx="7368005"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1" u="none" strike="noStrike" dirty="0">
                <a:solidFill>
                  <a:schemeClr val="dk1"/>
                </a:solidFill>
                <a:effectLst/>
                <a:uFillTx/>
                <a:latin typeface="Epilogue"/>
              </a:rPr>
              <a:t>Total Viewing Duration by Age Group</a:t>
            </a:r>
            <a:endParaRPr lang="en-US" sz="2400" b="0" u="none" strike="noStrike" dirty="0">
              <a:solidFill>
                <a:srgbClr val="000000"/>
              </a:solidFill>
              <a:effectLst/>
              <a:uFillTx/>
              <a:latin typeface="OpenSymbol"/>
            </a:endParaRPr>
          </a:p>
        </p:txBody>
      </p:sp>
      <p:pic>
        <p:nvPicPr>
          <p:cNvPr id="10" name="Picture 9">
            <a:extLst>
              <a:ext uri="{FF2B5EF4-FFF2-40B4-BE49-F238E27FC236}">
                <a16:creationId xmlns:a16="http://schemas.microsoft.com/office/drawing/2014/main" id="{6C6165D4-4006-0D17-9C83-71311650F4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2783" y="980398"/>
            <a:ext cx="7368005" cy="3130284"/>
          </a:xfrm>
          <a:prstGeom prst="rect">
            <a:avLst/>
          </a:prstGeom>
        </p:spPr>
      </p:pic>
      <p:sp>
        <p:nvSpPr>
          <p:cNvPr id="2" name="TextBox 1">
            <a:extLst>
              <a:ext uri="{FF2B5EF4-FFF2-40B4-BE49-F238E27FC236}">
                <a16:creationId xmlns:a16="http://schemas.microsoft.com/office/drawing/2014/main" id="{5AB1836C-F9AE-4954-7DBB-628E347FD83B}"/>
              </a:ext>
            </a:extLst>
          </p:cNvPr>
          <p:cNvSpPr txBox="1"/>
          <p:nvPr/>
        </p:nvSpPr>
        <p:spPr>
          <a:xfrm>
            <a:off x="841247" y="4224657"/>
            <a:ext cx="7368005" cy="707886"/>
          </a:xfrm>
          <a:prstGeom prst="rect">
            <a:avLst/>
          </a:prstGeom>
          <a:noFill/>
        </p:spPr>
        <p:txBody>
          <a:bodyPr wrap="square" rtlCol="0">
            <a:spAutoFit/>
          </a:bodyPr>
          <a:lstStyle/>
          <a:p>
            <a:r>
              <a:rPr lang="en-US" sz="1000" b="1" dirty="0"/>
              <a:t>Insight: </a:t>
            </a:r>
          </a:p>
          <a:p>
            <a:pPr marL="171450" indent="-171450">
              <a:buFont typeface="Arial" panose="020B0604020202020204" pitchFamily="34" charset="0"/>
              <a:buChar char="•"/>
            </a:pPr>
            <a:r>
              <a:rPr lang="en-US" sz="1000" dirty="0"/>
              <a:t>Young Adults are the most engaged segment by total duration, followed closely by Kids. </a:t>
            </a:r>
          </a:p>
          <a:p>
            <a:pPr marL="171450" indent="-171450">
              <a:buFont typeface="Arial" panose="020B0604020202020204" pitchFamily="34" charset="0"/>
              <a:buChar char="•"/>
            </a:pPr>
            <a:r>
              <a:rPr lang="en-US" sz="1000" dirty="0"/>
              <a:t>This demonstrates that while sports (likely driven by adults) are popular, youth-oriented programming and cartoons also command significant viewing time.</a:t>
            </a:r>
          </a:p>
        </p:txBody>
      </p:sp>
      <p:sp>
        <p:nvSpPr>
          <p:cNvPr id="4" name="TextBox 3">
            <a:extLst>
              <a:ext uri="{FF2B5EF4-FFF2-40B4-BE49-F238E27FC236}">
                <a16:creationId xmlns:a16="http://schemas.microsoft.com/office/drawing/2014/main" id="{483AFFF4-5B0E-238F-D580-9EA646B863CB}"/>
              </a:ext>
            </a:extLst>
          </p:cNvPr>
          <p:cNvSpPr txBox="1"/>
          <p:nvPr/>
        </p:nvSpPr>
        <p:spPr>
          <a:xfrm>
            <a:off x="909227" y="384706"/>
            <a:ext cx="7331990" cy="276999"/>
          </a:xfrm>
          <a:prstGeom prst="rect">
            <a:avLst/>
          </a:prstGeom>
          <a:noFill/>
        </p:spPr>
        <p:txBody>
          <a:bodyPr wrap="square">
            <a:spAutoFit/>
          </a:bodyPr>
          <a:lstStyle/>
          <a:p>
            <a:pPr lvl="0"/>
            <a:r>
              <a:rPr lang="en-US" sz="1200" dirty="0">
                <a:latin typeface="+mj-lt"/>
              </a:rPr>
              <a:t>The following table and chart show total viewing duration broken down by age group.</a:t>
            </a:r>
            <a:endParaRPr lang="en-US" altLang="en-US" sz="1200" dirty="0">
              <a:latin typeface="+mj-lt"/>
            </a:endParaRPr>
          </a:p>
        </p:txBody>
      </p:sp>
      <p:sp>
        <p:nvSpPr>
          <p:cNvPr id="3" name="Rounded Rectangle 2">
            <a:extLst>
              <a:ext uri="{FF2B5EF4-FFF2-40B4-BE49-F238E27FC236}">
                <a16:creationId xmlns:a16="http://schemas.microsoft.com/office/drawing/2014/main" id="{7426A636-96F9-B031-0462-EF8B511E728E}"/>
              </a:ext>
            </a:extLst>
          </p:cNvPr>
          <p:cNvSpPr/>
          <p:nvPr/>
        </p:nvSpPr>
        <p:spPr>
          <a:xfrm>
            <a:off x="6705600" y="118624"/>
            <a:ext cx="2298357" cy="53216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A4C200BD-8591-4158-493A-BE5F93654A20}"/>
              </a:ext>
            </a:extLst>
          </p:cNvPr>
          <p:cNvSpPr/>
          <p:nvPr/>
        </p:nvSpPr>
        <p:spPr>
          <a:xfrm>
            <a:off x="0" y="4224657"/>
            <a:ext cx="873212" cy="91884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F98CE758-A0BE-040F-122F-43B24B8B5A0D}"/>
              </a:ext>
            </a:extLst>
          </p:cNvPr>
          <p:cNvSpPr/>
          <p:nvPr/>
        </p:nvSpPr>
        <p:spPr>
          <a:xfrm>
            <a:off x="-181232" y="4563762"/>
            <a:ext cx="181232" cy="579738"/>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CEFAA43-DEC7-4D6B-7638-F4C4563324BC}"/>
              </a:ext>
            </a:extLst>
          </p:cNvPr>
          <p:cNvSpPr/>
          <p:nvPr/>
        </p:nvSpPr>
        <p:spPr>
          <a:xfrm>
            <a:off x="909227" y="980398"/>
            <a:ext cx="7331990" cy="370607"/>
          </a:xfrm>
          <a:prstGeom prst="rect">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447997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195E5-B01E-C729-B093-EC0C57BB39BA}"/>
            </a:ext>
          </a:extLst>
        </p:cNvPr>
        <p:cNvGrpSpPr/>
        <p:nvPr/>
      </p:nvGrpSpPr>
      <p:grpSpPr>
        <a:xfrm>
          <a:off x="0" y="0"/>
          <a:ext cx="0" cy="0"/>
          <a:chOff x="0" y="0"/>
          <a:chExt cx="0" cy="0"/>
        </a:xfrm>
      </p:grpSpPr>
      <p:sp>
        <p:nvSpPr>
          <p:cNvPr id="913" name="Rectangle 912">
            <a:extLst>
              <a:ext uri="{FF2B5EF4-FFF2-40B4-BE49-F238E27FC236}">
                <a16:creationId xmlns:a16="http://schemas.microsoft.com/office/drawing/2014/main" id="{2464A936-5073-2F48-DA35-8A2214DFA019}"/>
              </a:ext>
            </a:extLst>
          </p:cNvPr>
          <p:cNvSpPr/>
          <p:nvPr/>
        </p:nvSpPr>
        <p:spPr>
          <a:xfrm>
            <a:off x="192816" y="57069"/>
            <a:ext cx="2285640" cy="861774"/>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dirty="0">
                <a:solidFill>
                  <a:schemeClr val="dk2"/>
                </a:solidFill>
                <a:latin typeface="Calibri"/>
              </a:rPr>
              <a:t>14</a:t>
            </a:r>
            <a:endParaRPr lang="en-US" sz="5000" b="0" u="none" strike="noStrike" dirty="0">
              <a:solidFill>
                <a:srgbClr val="000000"/>
              </a:solidFill>
              <a:effectLst/>
              <a:uFillTx/>
              <a:latin typeface="OpenSymbol"/>
            </a:endParaRPr>
          </a:p>
        </p:txBody>
      </p:sp>
      <p:sp>
        <p:nvSpPr>
          <p:cNvPr id="914" name="Rectangle 913">
            <a:extLst>
              <a:ext uri="{FF2B5EF4-FFF2-40B4-BE49-F238E27FC236}">
                <a16:creationId xmlns:a16="http://schemas.microsoft.com/office/drawing/2014/main" id="{CB22D6CC-9F3F-5529-F618-E9F1F467ECE9}"/>
              </a:ext>
            </a:extLst>
          </p:cNvPr>
          <p:cNvSpPr/>
          <p:nvPr/>
        </p:nvSpPr>
        <p:spPr>
          <a:xfrm>
            <a:off x="1049166" y="17364"/>
            <a:ext cx="5266512"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1" u="none" strike="noStrike" dirty="0">
                <a:solidFill>
                  <a:schemeClr val="dk1"/>
                </a:solidFill>
                <a:effectLst/>
                <a:uFillTx/>
                <a:latin typeface="Epilogue"/>
              </a:rPr>
              <a:t>Weekly Viewership Engagement Trends</a:t>
            </a:r>
            <a:endParaRPr lang="en-US" sz="2400" b="0" u="none" strike="noStrike" dirty="0">
              <a:solidFill>
                <a:srgbClr val="000000"/>
              </a:solidFill>
              <a:effectLst/>
              <a:uFillTx/>
              <a:latin typeface="OpenSymbol"/>
            </a:endParaRPr>
          </a:p>
        </p:txBody>
      </p:sp>
      <p:pic>
        <p:nvPicPr>
          <p:cNvPr id="4" name="Picture 3">
            <a:extLst>
              <a:ext uri="{FF2B5EF4-FFF2-40B4-BE49-F238E27FC236}">
                <a16:creationId xmlns:a16="http://schemas.microsoft.com/office/drawing/2014/main" id="{E34AF7F4-D76E-6076-7A34-EF28066279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248" y="813054"/>
            <a:ext cx="7396590" cy="3026868"/>
          </a:xfrm>
          <a:prstGeom prst="rect">
            <a:avLst/>
          </a:prstGeom>
        </p:spPr>
      </p:pic>
      <p:sp>
        <p:nvSpPr>
          <p:cNvPr id="9" name="PlaceHolder 2">
            <a:extLst>
              <a:ext uri="{FF2B5EF4-FFF2-40B4-BE49-F238E27FC236}">
                <a16:creationId xmlns:a16="http://schemas.microsoft.com/office/drawing/2014/main" id="{5059D3B4-0BC9-A752-BD1C-B0B1DA548E24}"/>
              </a:ext>
            </a:extLst>
          </p:cNvPr>
          <p:cNvSpPr txBox="1">
            <a:spLocks/>
          </p:cNvSpPr>
          <p:nvPr/>
        </p:nvSpPr>
        <p:spPr>
          <a:xfrm>
            <a:off x="1049166" y="330118"/>
            <a:ext cx="5114520" cy="507436"/>
          </a:xfrm>
          <a:prstGeom prst="rect">
            <a:avLst/>
          </a:prstGeom>
          <a:noFill/>
          <a:ln w="0">
            <a:noFill/>
          </a:ln>
        </p:spPr>
        <p:txBody>
          <a:bodyPr lIns="91440" tIns="91440" rIns="91440" bIns="9144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r>
              <a:rPr lang="en-US" sz="1000" dirty="0">
                <a:latin typeface="+mn-lt"/>
              </a:rPr>
              <a:t>The following table and chart illustrate the engagement trends for each day of the week.</a:t>
            </a:r>
            <a:endParaRPr lang="en-US" altLang="en-US" sz="400" dirty="0">
              <a:latin typeface="+mn-lt"/>
            </a:endParaRPr>
          </a:p>
        </p:txBody>
      </p:sp>
      <p:sp>
        <p:nvSpPr>
          <p:cNvPr id="3" name="Rounded Rectangle 2">
            <a:extLst>
              <a:ext uri="{FF2B5EF4-FFF2-40B4-BE49-F238E27FC236}">
                <a16:creationId xmlns:a16="http://schemas.microsoft.com/office/drawing/2014/main" id="{B37ECD60-EF9C-D7E3-E30E-3F1622548CB9}"/>
              </a:ext>
            </a:extLst>
          </p:cNvPr>
          <p:cNvSpPr/>
          <p:nvPr/>
        </p:nvSpPr>
        <p:spPr>
          <a:xfrm>
            <a:off x="6705600" y="57069"/>
            <a:ext cx="2298357" cy="51958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5" name="Picture 4">
            <a:extLst>
              <a:ext uri="{FF2B5EF4-FFF2-40B4-BE49-F238E27FC236}">
                <a16:creationId xmlns:a16="http://schemas.microsoft.com/office/drawing/2014/main" id="{D6C23BD2-13D8-2AD7-CA5E-525FE683C8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3167" y="3847510"/>
            <a:ext cx="9292281" cy="482936"/>
          </a:xfrm>
          <a:prstGeom prst="rect">
            <a:avLst/>
          </a:prstGeom>
        </p:spPr>
      </p:pic>
      <p:sp>
        <p:nvSpPr>
          <p:cNvPr id="6" name="Rounded Rectangle 5">
            <a:extLst>
              <a:ext uri="{FF2B5EF4-FFF2-40B4-BE49-F238E27FC236}">
                <a16:creationId xmlns:a16="http://schemas.microsoft.com/office/drawing/2014/main" id="{E05C4DC3-69BF-138B-AC48-53BB5DB7C2CC}"/>
              </a:ext>
            </a:extLst>
          </p:cNvPr>
          <p:cNvSpPr/>
          <p:nvPr/>
        </p:nvSpPr>
        <p:spPr>
          <a:xfrm>
            <a:off x="8237838" y="3781168"/>
            <a:ext cx="906162" cy="54927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Rounded Rectangle 7">
            <a:extLst>
              <a:ext uri="{FF2B5EF4-FFF2-40B4-BE49-F238E27FC236}">
                <a16:creationId xmlns:a16="http://schemas.microsoft.com/office/drawing/2014/main" id="{EFC2A7E3-4978-FF10-72FF-C268F1C3C48B}"/>
              </a:ext>
            </a:extLst>
          </p:cNvPr>
          <p:cNvSpPr/>
          <p:nvPr/>
        </p:nvSpPr>
        <p:spPr>
          <a:xfrm>
            <a:off x="9106929" y="3839922"/>
            <a:ext cx="906162" cy="54927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Rectangle 9">
            <a:extLst>
              <a:ext uri="{FF2B5EF4-FFF2-40B4-BE49-F238E27FC236}">
                <a16:creationId xmlns:a16="http://schemas.microsoft.com/office/drawing/2014/main" id="{39F0820B-74FA-1EE1-713E-C8027DE33751}"/>
              </a:ext>
            </a:extLst>
          </p:cNvPr>
          <p:cNvSpPr/>
          <p:nvPr/>
        </p:nvSpPr>
        <p:spPr>
          <a:xfrm>
            <a:off x="733167" y="3715265"/>
            <a:ext cx="108081" cy="67393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B21CBB20-FA8F-D886-23DD-4993F1D29B24}"/>
              </a:ext>
            </a:extLst>
          </p:cNvPr>
          <p:cNvSpPr/>
          <p:nvPr/>
        </p:nvSpPr>
        <p:spPr>
          <a:xfrm>
            <a:off x="2240692" y="2421924"/>
            <a:ext cx="691978" cy="255373"/>
          </a:xfrm>
          <a:prstGeom prst="rect">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6A51AD6-732E-ADFC-7453-D04773E6B6DD}"/>
              </a:ext>
            </a:extLst>
          </p:cNvPr>
          <p:cNvSpPr/>
          <p:nvPr/>
        </p:nvSpPr>
        <p:spPr>
          <a:xfrm>
            <a:off x="841248" y="837554"/>
            <a:ext cx="4678103" cy="273049"/>
          </a:xfrm>
          <a:prstGeom prst="rect">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487157A-9EA8-A3B1-A83D-68A0AE8B7281}"/>
              </a:ext>
            </a:extLst>
          </p:cNvPr>
          <p:cNvSpPr/>
          <p:nvPr/>
        </p:nvSpPr>
        <p:spPr>
          <a:xfrm>
            <a:off x="0" y="4114561"/>
            <a:ext cx="841248" cy="102893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4" name="Rectangle 13">
            <a:extLst>
              <a:ext uri="{FF2B5EF4-FFF2-40B4-BE49-F238E27FC236}">
                <a16:creationId xmlns:a16="http://schemas.microsoft.com/office/drawing/2014/main" id="{CBB31286-6F10-2E9F-D67C-D21E14B4B203}"/>
              </a:ext>
            </a:extLst>
          </p:cNvPr>
          <p:cNvSpPr/>
          <p:nvPr/>
        </p:nvSpPr>
        <p:spPr>
          <a:xfrm>
            <a:off x="-205946" y="4637903"/>
            <a:ext cx="205946" cy="505597"/>
          </a:xfrm>
          <a:prstGeom prst="rect">
            <a:avLst/>
          </a:prstGeom>
          <a:solidFill>
            <a:schemeClr val="accent5"/>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713238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49445-32F1-7A7C-0939-38E1B794876F}"/>
            </a:ext>
          </a:extLst>
        </p:cNvPr>
        <p:cNvGrpSpPr/>
        <p:nvPr/>
      </p:nvGrpSpPr>
      <p:grpSpPr>
        <a:xfrm>
          <a:off x="0" y="0"/>
          <a:ext cx="0" cy="0"/>
          <a:chOff x="0" y="0"/>
          <a:chExt cx="0" cy="0"/>
        </a:xfrm>
      </p:grpSpPr>
      <p:sp>
        <p:nvSpPr>
          <p:cNvPr id="913" name="Rectangle 912">
            <a:extLst>
              <a:ext uri="{FF2B5EF4-FFF2-40B4-BE49-F238E27FC236}">
                <a16:creationId xmlns:a16="http://schemas.microsoft.com/office/drawing/2014/main" id="{027DFD86-631E-CE84-9AFC-D95670A0B862}"/>
              </a:ext>
            </a:extLst>
          </p:cNvPr>
          <p:cNvSpPr/>
          <p:nvPr/>
        </p:nvSpPr>
        <p:spPr>
          <a:xfrm>
            <a:off x="192816" y="57069"/>
            <a:ext cx="2285640" cy="861774"/>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dirty="0">
                <a:solidFill>
                  <a:schemeClr val="dk2"/>
                </a:solidFill>
                <a:latin typeface="Calibri"/>
              </a:rPr>
              <a:t>15</a:t>
            </a:r>
            <a:endParaRPr lang="en-US" sz="5000" b="0" u="none" strike="noStrike" dirty="0">
              <a:solidFill>
                <a:srgbClr val="000000"/>
              </a:solidFill>
              <a:effectLst/>
              <a:uFillTx/>
              <a:latin typeface="OpenSymbol"/>
            </a:endParaRPr>
          </a:p>
        </p:txBody>
      </p:sp>
      <p:sp>
        <p:nvSpPr>
          <p:cNvPr id="914" name="Rectangle 913">
            <a:extLst>
              <a:ext uri="{FF2B5EF4-FFF2-40B4-BE49-F238E27FC236}">
                <a16:creationId xmlns:a16="http://schemas.microsoft.com/office/drawing/2014/main" id="{3428A0AA-7D65-377B-53A9-76101342525B}"/>
              </a:ext>
            </a:extLst>
          </p:cNvPr>
          <p:cNvSpPr/>
          <p:nvPr/>
        </p:nvSpPr>
        <p:spPr>
          <a:xfrm>
            <a:off x="883691" y="57069"/>
            <a:ext cx="7197661"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1" u="none" strike="noStrike" dirty="0">
                <a:solidFill>
                  <a:schemeClr val="dk1"/>
                </a:solidFill>
                <a:effectLst/>
                <a:uFillTx/>
                <a:latin typeface="Epilogue"/>
              </a:rPr>
              <a:t>Weekly Viewership Engagement Trends</a:t>
            </a:r>
            <a:endParaRPr lang="en-US" sz="2400" b="0" u="none" strike="noStrike" dirty="0">
              <a:solidFill>
                <a:srgbClr val="000000"/>
              </a:solidFill>
              <a:effectLst/>
              <a:uFillTx/>
              <a:latin typeface="OpenSymbol"/>
            </a:endParaRPr>
          </a:p>
        </p:txBody>
      </p:sp>
      <p:sp>
        <p:nvSpPr>
          <p:cNvPr id="3" name="Rounded Rectangle 2">
            <a:extLst>
              <a:ext uri="{FF2B5EF4-FFF2-40B4-BE49-F238E27FC236}">
                <a16:creationId xmlns:a16="http://schemas.microsoft.com/office/drawing/2014/main" id="{B2F035A4-32A7-9748-760C-47644E0DAE21}"/>
              </a:ext>
            </a:extLst>
          </p:cNvPr>
          <p:cNvSpPr/>
          <p:nvPr/>
        </p:nvSpPr>
        <p:spPr>
          <a:xfrm>
            <a:off x="6730314" y="115330"/>
            <a:ext cx="2220870" cy="48603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9" name="PlaceHolder 2">
            <a:extLst>
              <a:ext uri="{FF2B5EF4-FFF2-40B4-BE49-F238E27FC236}">
                <a16:creationId xmlns:a16="http://schemas.microsoft.com/office/drawing/2014/main" id="{3BECB392-C935-97C5-8E7D-B045564338DC}"/>
              </a:ext>
            </a:extLst>
          </p:cNvPr>
          <p:cNvSpPr txBox="1">
            <a:spLocks/>
          </p:cNvSpPr>
          <p:nvPr/>
        </p:nvSpPr>
        <p:spPr>
          <a:xfrm>
            <a:off x="847339" y="507040"/>
            <a:ext cx="7188672" cy="507436"/>
          </a:xfrm>
          <a:prstGeom prst="rect">
            <a:avLst/>
          </a:prstGeom>
          <a:noFill/>
          <a:ln w="0">
            <a:noFill/>
          </a:ln>
        </p:spPr>
        <p:txBody>
          <a:bodyPr lIns="91440" tIns="91440" rIns="91440" bIns="9144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r>
              <a:rPr lang="en-US" sz="1200" dirty="0"/>
              <a:t>The following table and chart illustrate the engagement trends for each day of the week.</a:t>
            </a:r>
            <a:endParaRPr lang="en-US" altLang="en-US" sz="700" dirty="0"/>
          </a:p>
        </p:txBody>
      </p:sp>
      <p:sp>
        <p:nvSpPr>
          <p:cNvPr id="5" name="Rectangle 4">
            <a:extLst>
              <a:ext uri="{FF2B5EF4-FFF2-40B4-BE49-F238E27FC236}">
                <a16:creationId xmlns:a16="http://schemas.microsoft.com/office/drawing/2014/main" id="{85E46748-02A9-0622-616A-901261A615DD}"/>
              </a:ext>
            </a:extLst>
          </p:cNvPr>
          <p:cNvSpPr/>
          <p:nvPr/>
        </p:nvSpPr>
        <p:spPr>
          <a:xfrm>
            <a:off x="897173" y="837554"/>
            <a:ext cx="7340663" cy="31748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0DAE15B1-C7D9-FD24-CCC6-0F292273BD18}"/>
              </a:ext>
            </a:extLst>
          </p:cNvPr>
          <p:cNvSpPr/>
          <p:nvPr/>
        </p:nvSpPr>
        <p:spPr>
          <a:xfrm>
            <a:off x="626076" y="4102443"/>
            <a:ext cx="7611760" cy="43660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A132FB8E-81EB-F4DE-C27F-B944A757D143}"/>
              </a:ext>
            </a:extLst>
          </p:cNvPr>
          <p:cNvSpPr/>
          <p:nvPr/>
        </p:nvSpPr>
        <p:spPr>
          <a:xfrm>
            <a:off x="6928022" y="4036541"/>
            <a:ext cx="2215978" cy="6837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D8BCD888-1143-160C-2546-9E000430B6E2}"/>
              </a:ext>
            </a:extLst>
          </p:cNvPr>
          <p:cNvSpPr/>
          <p:nvPr/>
        </p:nvSpPr>
        <p:spPr>
          <a:xfrm>
            <a:off x="9144000" y="4069492"/>
            <a:ext cx="1227438" cy="65078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09A09B8-92A0-8BF7-CF99-5D8CCD1D8283}"/>
              </a:ext>
            </a:extLst>
          </p:cNvPr>
          <p:cNvSpPr/>
          <p:nvPr/>
        </p:nvSpPr>
        <p:spPr>
          <a:xfrm>
            <a:off x="708455" y="3962400"/>
            <a:ext cx="188718" cy="68982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Rectangle 14">
            <a:extLst>
              <a:ext uri="{FF2B5EF4-FFF2-40B4-BE49-F238E27FC236}">
                <a16:creationId xmlns:a16="http://schemas.microsoft.com/office/drawing/2014/main" id="{7B7718E0-FD76-4E34-22F5-DEA619A6EA3E}"/>
              </a:ext>
            </a:extLst>
          </p:cNvPr>
          <p:cNvSpPr/>
          <p:nvPr/>
        </p:nvSpPr>
        <p:spPr>
          <a:xfrm>
            <a:off x="0" y="4234249"/>
            <a:ext cx="883691" cy="90925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6" name="Rectangle 15">
            <a:extLst>
              <a:ext uri="{FF2B5EF4-FFF2-40B4-BE49-F238E27FC236}">
                <a16:creationId xmlns:a16="http://schemas.microsoft.com/office/drawing/2014/main" id="{F854D0DE-E481-DA87-DDCE-D51AE3F4E88A}"/>
              </a:ext>
            </a:extLst>
          </p:cNvPr>
          <p:cNvSpPr/>
          <p:nvPr/>
        </p:nvSpPr>
        <p:spPr>
          <a:xfrm>
            <a:off x="-255373" y="4539049"/>
            <a:ext cx="255373" cy="604451"/>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234F5D1D-8F43-B5AD-48EE-FF2C77F3E2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5119" y="862327"/>
            <a:ext cx="7415189" cy="3185804"/>
          </a:xfrm>
          <a:prstGeom prst="rect">
            <a:avLst/>
          </a:prstGeom>
        </p:spPr>
      </p:pic>
      <p:sp>
        <p:nvSpPr>
          <p:cNvPr id="18" name="TextBox 17">
            <a:extLst>
              <a:ext uri="{FF2B5EF4-FFF2-40B4-BE49-F238E27FC236}">
                <a16:creationId xmlns:a16="http://schemas.microsoft.com/office/drawing/2014/main" id="{8F30F794-2CB1-015F-19EA-A4328527F7A3}"/>
              </a:ext>
            </a:extLst>
          </p:cNvPr>
          <p:cNvSpPr txBox="1"/>
          <p:nvPr/>
        </p:nvSpPr>
        <p:spPr>
          <a:xfrm>
            <a:off x="792594" y="4232895"/>
            <a:ext cx="7445242" cy="861774"/>
          </a:xfrm>
          <a:prstGeom prst="rect">
            <a:avLst/>
          </a:prstGeom>
          <a:noFill/>
        </p:spPr>
        <p:txBody>
          <a:bodyPr wrap="square" rtlCol="0">
            <a:spAutoFit/>
          </a:bodyPr>
          <a:lstStyle/>
          <a:p>
            <a:r>
              <a:rPr lang="en-US" sz="1000" b="1" dirty="0"/>
              <a:t>Insight: </a:t>
            </a:r>
          </a:p>
          <a:p>
            <a:pPr marL="171450" indent="-171450">
              <a:buFont typeface="Arial" panose="020B0604020202020204" pitchFamily="34" charset="0"/>
              <a:buChar char="•"/>
            </a:pPr>
            <a:r>
              <a:rPr lang="en-US" sz="1000" dirty="0"/>
              <a:t>Engagement peaks significantly on Wednesdays and remains high during the weekend (Saturday and Sunday). The midweek spike suggests an opportunity for high-impact programming or ad placement.</a:t>
            </a:r>
          </a:p>
          <a:p>
            <a:br>
              <a:rPr lang="en-US" sz="1000" dirty="0"/>
            </a:br>
            <a:endParaRPr lang="en-US" sz="1000" dirty="0"/>
          </a:p>
        </p:txBody>
      </p:sp>
      <p:sp>
        <p:nvSpPr>
          <p:cNvPr id="19" name="Rounded Rectangle 18">
            <a:extLst>
              <a:ext uri="{FF2B5EF4-FFF2-40B4-BE49-F238E27FC236}">
                <a16:creationId xmlns:a16="http://schemas.microsoft.com/office/drawing/2014/main" id="{B29B121F-FF64-3996-FA8F-CA2B11F919D9}"/>
              </a:ext>
            </a:extLst>
          </p:cNvPr>
          <p:cNvSpPr/>
          <p:nvPr/>
        </p:nvSpPr>
        <p:spPr>
          <a:xfrm>
            <a:off x="897173" y="918843"/>
            <a:ext cx="7275502" cy="330514"/>
          </a:xfrm>
          <a:prstGeom prst="roundRect">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24659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658DC-6486-BFF7-9E66-1B186E758AAB}"/>
            </a:ext>
          </a:extLst>
        </p:cNvPr>
        <p:cNvGrpSpPr/>
        <p:nvPr/>
      </p:nvGrpSpPr>
      <p:grpSpPr>
        <a:xfrm>
          <a:off x="0" y="0"/>
          <a:ext cx="0" cy="0"/>
          <a:chOff x="0" y="0"/>
          <a:chExt cx="0" cy="0"/>
        </a:xfrm>
      </p:grpSpPr>
      <p:sp>
        <p:nvSpPr>
          <p:cNvPr id="913" name="Rectangle 912">
            <a:extLst>
              <a:ext uri="{FF2B5EF4-FFF2-40B4-BE49-F238E27FC236}">
                <a16:creationId xmlns:a16="http://schemas.microsoft.com/office/drawing/2014/main" id="{CFB5920B-E3F0-2D3D-4BDB-27364E866B5A}"/>
              </a:ext>
            </a:extLst>
          </p:cNvPr>
          <p:cNvSpPr/>
          <p:nvPr/>
        </p:nvSpPr>
        <p:spPr>
          <a:xfrm>
            <a:off x="201960" y="101736"/>
            <a:ext cx="2285640" cy="861774"/>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dirty="0">
                <a:solidFill>
                  <a:schemeClr val="dk2"/>
                </a:solidFill>
                <a:latin typeface="Calibri"/>
              </a:rPr>
              <a:t>16</a:t>
            </a:r>
            <a:endParaRPr lang="en-US" sz="5000" b="0" u="none" strike="noStrike" dirty="0">
              <a:solidFill>
                <a:srgbClr val="000000"/>
              </a:solidFill>
              <a:effectLst/>
              <a:uFillTx/>
              <a:latin typeface="OpenSymbol"/>
            </a:endParaRPr>
          </a:p>
        </p:txBody>
      </p:sp>
      <p:sp>
        <p:nvSpPr>
          <p:cNvPr id="2" name="TextBox 1">
            <a:extLst>
              <a:ext uri="{FF2B5EF4-FFF2-40B4-BE49-F238E27FC236}">
                <a16:creationId xmlns:a16="http://schemas.microsoft.com/office/drawing/2014/main" id="{8227B0A0-7825-D29F-9C49-9B4BC43622C3}"/>
              </a:ext>
            </a:extLst>
          </p:cNvPr>
          <p:cNvSpPr txBox="1"/>
          <p:nvPr/>
        </p:nvSpPr>
        <p:spPr>
          <a:xfrm>
            <a:off x="795528" y="4303216"/>
            <a:ext cx="6675120" cy="553998"/>
          </a:xfrm>
          <a:prstGeom prst="rect">
            <a:avLst/>
          </a:prstGeom>
          <a:noFill/>
        </p:spPr>
        <p:txBody>
          <a:bodyPr wrap="square" rtlCol="0">
            <a:spAutoFit/>
          </a:bodyPr>
          <a:lstStyle/>
          <a:p>
            <a:r>
              <a:rPr lang="en-US" sz="1000" b="1" dirty="0"/>
              <a:t>Insight: </a:t>
            </a:r>
          </a:p>
          <a:p>
            <a:pPr marL="171450" indent="-171450">
              <a:buFont typeface="Arial" panose="020B0604020202020204" pitchFamily="34" charset="0"/>
              <a:buChar char="•"/>
            </a:pPr>
            <a:r>
              <a:rPr lang="en-US" sz="1000" dirty="0"/>
              <a:t>While sports remain popular with Young Adults, there is also a notable interest in music and entertainment via channels like Trace TV and E! Entertainment.</a:t>
            </a:r>
            <a:endParaRPr lang="en-US" sz="400" dirty="0"/>
          </a:p>
        </p:txBody>
      </p:sp>
      <p:pic>
        <p:nvPicPr>
          <p:cNvPr id="9" name="Picture 8">
            <a:extLst>
              <a:ext uri="{FF2B5EF4-FFF2-40B4-BE49-F238E27FC236}">
                <a16:creationId xmlns:a16="http://schemas.microsoft.com/office/drawing/2014/main" id="{BE1CF47D-EFFC-B09C-6CF5-1B8716DD54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0788" y="857715"/>
            <a:ext cx="7305287" cy="3360058"/>
          </a:xfrm>
          <a:prstGeom prst="rect">
            <a:avLst/>
          </a:prstGeom>
        </p:spPr>
      </p:pic>
      <p:sp>
        <p:nvSpPr>
          <p:cNvPr id="10" name="PlaceHolder 2">
            <a:extLst>
              <a:ext uri="{FF2B5EF4-FFF2-40B4-BE49-F238E27FC236}">
                <a16:creationId xmlns:a16="http://schemas.microsoft.com/office/drawing/2014/main" id="{A9B9B9E3-CCFD-DEC8-14CD-BC967E5FFECD}"/>
              </a:ext>
            </a:extLst>
          </p:cNvPr>
          <p:cNvSpPr txBox="1">
            <a:spLocks/>
          </p:cNvSpPr>
          <p:nvPr/>
        </p:nvSpPr>
        <p:spPr>
          <a:xfrm>
            <a:off x="858816" y="350279"/>
            <a:ext cx="5114520" cy="507436"/>
          </a:xfrm>
          <a:prstGeom prst="rect">
            <a:avLst/>
          </a:prstGeom>
          <a:noFill/>
          <a:ln w="0">
            <a:noFill/>
          </a:ln>
        </p:spPr>
        <p:txBody>
          <a:bodyPr lIns="91440" tIns="91440" rIns="91440" bIns="9144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r>
              <a:rPr lang="en-US" sz="1000" dirty="0">
                <a:latin typeface="+mn-lt"/>
              </a:rPr>
              <a:t>The following table and chart focus on the top 5 channels preferred by the "Young Adult" age group.</a:t>
            </a:r>
            <a:endParaRPr lang="en-US" altLang="en-US" sz="100" dirty="0">
              <a:latin typeface="+mn-lt"/>
            </a:endParaRPr>
          </a:p>
        </p:txBody>
      </p:sp>
      <p:sp>
        <p:nvSpPr>
          <p:cNvPr id="3" name="Rounded Rectangle 2">
            <a:extLst>
              <a:ext uri="{FF2B5EF4-FFF2-40B4-BE49-F238E27FC236}">
                <a16:creationId xmlns:a16="http://schemas.microsoft.com/office/drawing/2014/main" id="{80F45270-010A-8168-E498-0422795089B3}"/>
              </a:ext>
            </a:extLst>
          </p:cNvPr>
          <p:cNvSpPr/>
          <p:nvPr/>
        </p:nvSpPr>
        <p:spPr>
          <a:xfrm>
            <a:off x="6755027" y="101736"/>
            <a:ext cx="2229876" cy="4375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 name="Rectangle 3">
            <a:extLst>
              <a:ext uri="{FF2B5EF4-FFF2-40B4-BE49-F238E27FC236}">
                <a16:creationId xmlns:a16="http://schemas.microsoft.com/office/drawing/2014/main" id="{2C65BC1C-7020-3B82-447A-AB5A8860AF90}"/>
              </a:ext>
            </a:extLst>
          </p:cNvPr>
          <p:cNvSpPr/>
          <p:nvPr/>
        </p:nvSpPr>
        <p:spPr>
          <a:xfrm>
            <a:off x="0" y="4217773"/>
            <a:ext cx="858816" cy="92572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6D9DFD4A-EE18-E0FA-3D3C-7046C03DE43E}"/>
              </a:ext>
            </a:extLst>
          </p:cNvPr>
          <p:cNvSpPr/>
          <p:nvPr/>
        </p:nvSpPr>
        <p:spPr>
          <a:xfrm>
            <a:off x="-214184" y="4580215"/>
            <a:ext cx="214184" cy="563285"/>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4" name="Rectangle 913">
            <a:extLst>
              <a:ext uri="{FF2B5EF4-FFF2-40B4-BE49-F238E27FC236}">
                <a16:creationId xmlns:a16="http://schemas.microsoft.com/office/drawing/2014/main" id="{F25AB025-A480-DCFC-042F-6A49EFE2FCFC}"/>
              </a:ext>
            </a:extLst>
          </p:cNvPr>
          <p:cNvSpPr/>
          <p:nvPr/>
        </p:nvSpPr>
        <p:spPr>
          <a:xfrm>
            <a:off x="795528" y="0"/>
            <a:ext cx="7179286"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1" u="none" strike="noStrike" dirty="0">
                <a:solidFill>
                  <a:schemeClr val="dk1"/>
                </a:solidFill>
                <a:effectLst/>
                <a:uFillTx/>
                <a:latin typeface="Epilogue"/>
              </a:rPr>
              <a:t>Top 5 Channels for Young Adults(by Engagement)</a:t>
            </a:r>
            <a:endParaRPr lang="en-US" sz="2400" b="0" u="none" strike="noStrike" dirty="0">
              <a:solidFill>
                <a:srgbClr val="000000"/>
              </a:solidFill>
              <a:effectLst/>
              <a:uFillTx/>
              <a:latin typeface="OpenSymbol"/>
            </a:endParaRPr>
          </a:p>
        </p:txBody>
      </p:sp>
      <p:sp>
        <p:nvSpPr>
          <p:cNvPr id="7" name="Rounded Rectangle 6">
            <a:extLst>
              <a:ext uri="{FF2B5EF4-FFF2-40B4-BE49-F238E27FC236}">
                <a16:creationId xmlns:a16="http://schemas.microsoft.com/office/drawing/2014/main" id="{778DE256-2D10-C05B-EA40-55AEC9D33E6D}"/>
              </a:ext>
            </a:extLst>
          </p:cNvPr>
          <p:cNvSpPr/>
          <p:nvPr/>
        </p:nvSpPr>
        <p:spPr>
          <a:xfrm>
            <a:off x="1005016" y="925728"/>
            <a:ext cx="3863546" cy="356224"/>
          </a:xfrm>
          <a:prstGeom prst="roundRect">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1704567F-A667-91F9-8188-041467B78C4C}"/>
              </a:ext>
            </a:extLst>
          </p:cNvPr>
          <p:cNvSpPr/>
          <p:nvPr/>
        </p:nvSpPr>
        <p:spPr>
          <a:xfrm>
            <a:off x="6573795" y="925727"/>
            <a:ext cx="1629417" cy="356225"/>
          </a:xfrm>
          <a:prstGeom prst="roundRect">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23006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8" name="PlaceHolder 1"/>
          <p:cNvSpPr>
            <a:spLocks noGrp="1"/>
          </p:cNvSpPr>
          <p:nvPr>
            <p:ph type="title"/>
          </p:nvPr>
        </p:nvSpPr>
        <p:spPr>
          <a:xfrm>
            <a:off x="3735948" y="-147804"/>
            <a:ext cx="5114520" cy="923976"/>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2400" b="1" u="none" strike="noStrike" dirty="0">
                <a:solidFill>
                  <a:schemeClr val="dk1"/>
                </a:solidFill>
                <a:effectLst/>
                <a:uFillTx/>
                <a:latin typeface="Epilogue"/>
                <a:ea typeface="Epilogue"/>
              </a:rPr>
              <a:t>Conclusions</a:t>
            </a:r>
            <a:endParaRPr lang="fr-FR" sz="2400" b="0" u="none" strike="noStrike" dirty="0">
              <a:solidFill>
                <a:schemeClr val="dk1"/>
              </a:solidFill>
              <a:effectLst/>
              <a:uFillTx/>
              <a:latin typeface="Arial"/>
            </a:endParaRPr>
          </a:p>
        </p:txBody>
      </p:sp>
      <p:sp>
        <p:nvSpPr>
          <p:cNvPr id="969" name="PlaceHolder 2"/>
          <p:cNvSpPr>
            <a:spLocks noGrp="1"/>
          </p:cNvSpPr>
          <p:nvPr>
            <p:ph type="subTitle"/>
          </p:nvPr>
        </p:nvSpPr>
        <p:spPr>
          <a:xfrm>
            <a:off x="134112" y="1290395"/>
            <a:ext cx="4504944" cy="3243718"/>
          </a:xfrm>
          <a:prstGeom prst="rect">
            <a:avLst/>
          </a:prstGeom>
          <a:noFill/>
          <a:ln w="0">
            <a:noFill/>
          </a:ln>
        </p:spPr>
        <p:txBody>
          <a:bodyPr lIns="91440" tIns="91440" rIns="91440" bIns="91440" anchor="t">
            <a:normAutofit fontScale="25000" lnSpcReduction="20000"/>
          </a:bodyPr>
          <a:lstStyle/>
          <a:p>
            <a:endParaRPr lang="en-US" sz="4000" dirty="0">
              <a:latin typeface="+mn-lt"/>
            </a:endParaRPr>
          </a:p>
          <a:p>
            <a:r>
              <a:rPr lang="en-US" sz="4000" dirty="0">
                <a:latin typeface="+mn-lt"/>
              </a:rPr>
              <a:t>1. </a:t>
            </a:r>
            <a:r>
              <a:rPr lang="en-US" sz="4000" b="1" dirty="0">
                <a:latin typeface="+mn-lt"/>
              </a:rPr>
              <a:t>Core Content Strategy: Sports vs. Entertainment</a:t>
            </a:r>
          </a:p>
          <a:p>
            <a:pPr marL="171450" indent="-171450" eaLnBrk="0" fontAlgn="base" hangingPunct="0">
              <a:lnSpc>
                <a:spcPct val="120000"/>
              </a:lnSpc>
              <a:spcAft>
                <a:spcPct val="0"/>
              </a:spcAft>
              <a:buFont typeface="Arial" panose="020B0604020202020204" pitchFamily="34" charset="0"/>
              <a:buChar char="•"/>
            </a:pPr>
            <a:r>
              <a:rPr lang="en-US" sz="4000" b="1" dirty="0">
                <a:solidFill>
                  <a:srgbClr val="000000"/>
                </a:solidFill>
                <a:latin typeface="+mn-lt"/>
              </a:rPr>
              <a:t>Sports Supremacy: </a:t>
            </a:r>
            <a:r>
              <a:rPr lang="en-US" sz="4000" dirty="0">
                <a:solidFill>
                  <a:srgbClr val="000000"/>
                </a:solidFill>
                <a:latin typeface="+mn-lt"/>
              </a:rPr>
              <a:t>Live sporting events, specifically the ICC Cricket World Cup 2011 and </a:t>
            </a:r>
            <a:r>
              <a:rPr lang="en-US" sz="4000" dirty="0" err="1">
                <a:solidFill>
                  <a:srgbClr val="000000"/>
                </a:solidFill>
                <a:latin typeface="+mn-lt"/>
              </a:rPr>
              <a:t>Supersport</a:t>
            </a:r>
            <a:r>
              <a:rPr lang="en-US" sz="4000" dirty="0">
                <a:solidFill>
                  <a:srgbClr val="000000"/>
                </a:solidFill>
                <a:latin typeface="+mn-lt"/>
              </a:rPr>
              <a:t> Live Events are the primary drivers of viewing duration across all demographics.</a:t>
            </a:r>
          </a:p>
          <a:p>
            <a:pPr marL="171450" indent="-171450" eaLnBrk="0" fontAlgn="base" hangingPunct="0">
              <a:lnSpc>
                <a:spcPct val="120000"/>
              </a:lnSpc>
              <a:spcAft>
                <a:spcPct val="0"/>
              </a:spcAft>
              <a:buFont typeface="Arial" panose="020B0604020202020204" pitchFamily="34" charset="0"/>
              <a:buChar char="•"/>
            </a:pPr>
            <a:r>
              <a:rPr lang="en-US" sz="4000" b="1" dirty="0">
                <a:solidFill>
                  <a:srgbClr val="000000"/>
                </a:solidFill>
                <a:latin typeface="+mn-lt"/>
              </a:rPr>
              <a:t>Diversified Entertainment: </a:t>
            </a:r>
            <a:r>
              <a:rPr lang="en-US" sz="4000" dirty="0">
                <a:solidFill>
                  <a:srgbClr val="000000"/>
                </a:solidFill>
                <a:latin typeface="+mn-lt"/>
              </a:rPr>
              <a:t>While sports lead, there is a strong secondary market for music (Trace TV, Channel O) and international news (CNN), providing consistent alternative engagement.</a:t>
            </a:r>
          </a:p>
          <a:p>
            <a:pPr marL="571500" indent="-571500">
              <a:buFont typeface="Arial" panose="020B0604020202020204" pitchFamily="34" charset="0"/>
              <a:buChar char="•"/>
            </a:pPr>
            <a:endParaRPr lang="en-US" sz="4000" dirty="0">
              <a:latin typeface="+mn-lt"/>
            </a:endParaRPr>
          </a:p>
          <a:p>
            <a:endParaRPr lang="en-US" sz="4000" dirty="0">
              <a:latin typeface="+mn-lt"/>
            </a:endParaRPr>
          </a:p>
          <a:p>
            <a:endParaRPr lang="en-US" dirty="0"/>
          </a:p>
          <a:p>
            <a:r>
              <a:rPr lang="en-US" sz="4000" dirty="0">
                <a:latin typeface="+mn-lt"/>
              </a:rPr>
              <a:t>2. </a:t>
            </a:r>
            <a:r>
              <a:rPr lang="en-US" sz="4000" b="1" dirty="0">
                <a:latin typeface="+mn-lt"/>
              </a:rPr>
              <a:t>Key Audience Demographics</a:t>
            </a:r>
          </a:p>
          <a:p>
            <a:pPr marL="171450" indent="-171450" eaLnBrk="0" fontAlgn="base" hangingPunct="0">
              <a:lnSpc>
                <a:spcPct val="120000"/>
              </a:lnSpc>
              <a:spcAft>
                <a:spcPct val="0"/>
              </a:spcAft>
              <a:buFont typeface="Arial" panose="020B0604020202020204" pitchFamily="34" charset="0"/>
              <a:buChar char="•"/>
            </a:pPr>
            <a:r>
              <a:rPr lang="en-US" sz="4000" b="1" dirty="0">
                <a:solidFill>
                  <a:srgbClr val="000000"/>
                </a:solidFill>
                <a:latin typeface="+mn-lt"/>
              </a:rPr>
              <a:t>The Youth Engine: </a:t>
            </a:r>
            <a:r>
              <a:rPr lang="en-US" sz="4000" dirty="0">
                <a:solidFill>
                  <a:srgbClr val="000000"/>
                </a:solidFill>
                <a:latin typeface="+mn-lt"/>
              </a:rPr>
              <a:t>Young Adults and Kids represent the most engaged segments. Young Adult males are the most active identified group, while the Kids segment shows high volume, often with unassigned gender data.</a:t>
            </a:r>
          </a:p>
          <a:p>
            <a:pPr marL="171450" indent="-171450" eaLnBrk="0" fontAlgn="base" hangingPunct="0">
              <a:lnSpc>
                <a:spcPct val="120000"/>
              </a:lnSpc>
              <a:spcAft>
                <a:spcPct val="0"/>
              </a:spcAft>
              <a:buFont typeface="Arial" panose="020B0604020202020204" pitchFamily="34" charset="0"/>
              <a:buChar char="•"/>
            </a:pPr>
            <a:r>
              <a:rPr lang="en-US" sz="4000" b="1" dirty="0">
                <a:solidFill>
                  <a:srgbClr val="000000"/>
                </a:solidFill>
                <a:latin typeface="+mn-lt"/>
              </a:rPr>
              <a:t>Gender Gap: </a:t>
            </a:r>
            <a:r>
              <a:rPr lang="en-US" sz="4000" dirty="0">
                <a:solidFill>
                  <a:srgbClr val="000000"/>
                </a:solidFill>
                <a:latin typeface="+mn-lt"/>
              </a:rPr>
              <a:t>There is a significant gender imbalance in identified segments, with male viewers substantially outnumbering females in Adult and Young Adult categories</a:t>
            </a:r>
            <a:r>
              <a:rPr lang="en-US" sz="4000" b="1" dirty="0">
                <a:solidFill>
                  <a:srgbClr val="000000"/>
                </a:solidFill>
                <a:latin typeface="+mn-lt"/>
              </a:rPr>
              <a:t>.</a:t>
            </a:r>
          </a:p>
        </p:txBody>
      </p:sp>
      <p:sp>
        <p:nvSpPr>
          <p:cNvPr id="2" name="PlaceHolder 2">
            <a:extLst>
              <a:ext uri="{FF2B5EF4-FFF2-40B4-BE49-F238E27FC236}">
                <a16:creationId xmlns:a16="http://schemas.microsoft.com/office/drawing/2014/main" id="{3DBC563B-052C-F8DA-8E79-964C598DF15E}"/>
              </a:ext>
            </a:extLst>
          </p:cNvPr>
          <p:cNvSpPr txBox="1">
            <a:spLocks/>
          </p:cNvSpPr>
          <p:nvPr/>
        </p:nvSpPr>
        <p:spPr>
          <a:xfrm>
            <a:off x="930876" y="628884"/>
            <a:ext cx="7348151" cy="609276"/>
          </a:xfrm>
          <a:prstGeom prst="rect">
            <a:avLst/>
          </a:prstGeom>
          <a:noFill/>
          <a:ln w="0">
            <a:noFill/>
          </a:ln>
        </p:spPr>
        <p:txBody>
          <a:bodyPr lIns="91440" tIns="91440" rIns="91440" bIns="9144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000" dirty="0">
                <a:latin typeface="+mn-lt"/>
              </a:rPr>
              <a:t>The analysis reveals a broadcasting landscape dominated by high-impact sports content and a rapidly growing audience base, particularly among younger demographics in urban hubs.</a:t>
            </a:r>
          </a:p>
        </p:txBody>
      </p:sp>
      <p:sp>
        <p:nvSpPr>
          <p:cNvPr id="3" name="PlaceHolder 2">
            <a:extLst>
              <a:ext uri="{FF2B5EF4-FFF2-40B4-BE49-F238E27FC236}">
                <a16:creationId xmlns:a16="http://schemas.microsoft.com/office/drawing/2014/main" id="{2671B08B-6B76-1AAD-0B3C-5DC2948FD1F8}"/>
              </a:ext>
            </a:extLst>
          </p:cNvPr>
          <p:cNvSpPr txBox="1">
            <a:spLocks/>
          </p:cNvSpPr>
          <p:nvPr/>
        </p:nvSpPr>
        <p:spPr>
          <a:xfrm>
            <a:off x="4639056" y="1290395"/>
            <a:ext cx="4504944" cy="3243718"/>
          </a:xfrm>
          <a:prstGeom prst="rect">
            <a:avLst/>
          </a:prstGeom>
          <a:noFill/>
          <a:ln w="0">
            <a:noFill/>
          </a:ln>
        </p:spPr>
        <p:txBody>
          <a:bodyPr lIns="91440" tIns="91440" rIns="91440" bIns="9144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1000" dirty="0">
              <a:latin typeface="+mn-lt"/>
            </a:endParaRPr>
          </a:p>
          <a:p>
            <a:r>
              <a:rPr lang="en-US" sz="1000" dirty="0">
                <a:latin typeface="+mn-lt"/>
              </a:rPr>
              <a:t>3. </a:t>
            </a:r>
            <a:r>
              <a:rPr lang="en-US" sz="1000" b="1" dirty="0">
                <a:latin typeface="+mn-lt"/>
              </a:rPr>
              <a:t>Temporal and Regional Trends</a:t>
            </a:r>
          </a:p>
          <a:p>
            <a:pPr marL="171450" indent="-171450">
              <a:buFont typeface="Arial" panose="020B0604020202020204" pitchFamily="34" charset="0"/>
              <a:buChar char="•"/>
            </a:pPr>
            <a:r>
              <a:rPr lang="en-US" altLang="en-US" sz="1000" b="1" dirty="0">
                <a:solidFill>
                  <a:srgbClr val="000000"/>
                </a:solidFill>
                <a:latin typeface="+mn-lt"/>
              </a:rPr>
              <a:t>March Growth Spike</a:t>
            </a:r>
            <a:r>
              <a:rPr lang="en-US" altLang="en-US" sz="1100" b="1" dirty="0">
                <a:solidFill>
                  <a:srgbClr val="000000"/>
                </a:solidFill>
                <a:latin typeface="+mn-lt"/>
              </a:rPr>
              <a:t>:</a:t>
            </a:r>
            <a:r>
              <a:rPr lang="en-US" altLang="en-US" sz="1100" dirty="0">
                <a:solidFill>
                  <a:srgbClr val="000000"/>
                </a:solidFill>
                <a:latin typeface="+mn-lt"/>
              </a:rPr>
              <a:t> </a:t>
            </a:r>
            <a:r>
              <a:rPr lang="en-US" altLang="en-US" sz="1000" dirty="0">
                <a:latin typeface="+mn-lt"/>
              </a:rPr>
              <a:t>Unique viewership increased by approximately 150% in March compared to February, indicating strong event-driven or seasonal demand.</a:t>
            </a:r>
          </a:p>
          <a:p>
            <a:pPr marL="171450" indent="-171450" eaLnBrk="0" fontAlgn="base" hangingPunct="0">
              <a:lnSpc>
                <a:spcPct val="120000"/>
              </a:lnSpc>
              <a:spcAft>
                <a:spcPct val="0"/>
              </a:spcAft>
              <a:buFont typeface="Arial" panose="020B0604020202020204" pitchFamily="34" charset="0"/>
              <a:buChar char="•"/>
            </a:pPr>
            <a:r>
              <a:rPr lang="en-US" altLang="en-US" sz="1000" b="1" dirty="0">
                <a:solidFill>
                  <a:srgbClr val="000000"/>
                </a:solidFill>
                <a:latin typeface="+mn-lt"/>
              </a:rPr>
              <a:t>Peak Viewing Patterns</a:t>
            </a:r>
            <a:r>
              <a:rPr lang="en-US" altLang="en-US" sz="1100" b="1" dirty="0">
                <a:solidFill>
                  <a:srgbClr val="000000"/>
                </a:solidFill>
                <a:latin typeface="+mn-lt"/>
              </a:rPr>
              <a:t>:</a:t>
            </a:r>
            <a:r>
              <a:rPr lang="en-US" altLang="en-US" sz="1100" dirty="0">
                <a:solidFill>
                  <a:srgbClr val="000000"/>
                </a:solidFill>
                <a:latin typeface="+mn-lt"/>
              </a:rPr>
              <a:t> </a:t>
            </a:r>
            <a:r>
              <a:rPr lang="en-US" altLang="en-US" sz="1000" dirty="0">
                <a:latin typeface="+mn-lt"/>
              </a:rPr>
              <a:t>Engagement peaks midweek on Wednesdays and remains consistently high over weekends.</a:t>
            </a:r>
          </a:p>
          <a:p>
            <a:endParaRPr lang="en-US" altLang="en-US" sz="1100" dirty="0">
              <a:solidFill>
                <a:srgbClr val="000000"/>
              </a:solidFill>
              <a:latin typeface="+mn-lt"/>
            </a:endParaRPr>
          </a:p>
          <a:p>
            <a:endParaRPr lang="en-US" altLang="en-US" sz="1100" dirty="0">
              <a:solidFill>
                <a:srgbClr val="000000"/>
              </a:solidFill>
              <a:latin typeface="+mn-lt"/>
            </a:endParaRPr>
          </a:p>
          <a:p>
            <a:pPr lvl="0" eaLnBrk="0" fontAlgn="base" hangingPunct="0">
              <a:lnSpc>
                <a:spcPct val="100000"/>
              </a:lnSpc>
              <a:spcAft>
                <a:spcPct val="0"/>
              </a:spcAft>
            </a:pPr>
            <a:r>
              <a:rPr lang="en-US" altLang="en-US" sz="1100" dirty="0">
                <a:solidFill>
                  <a:srgbClr val="000000"/>
                </a:solidFill>
                <a:latin typeface="+mn-lt"/>
              </a:rPr>
              <a:t>4</a:t>
            </a:r>
            <a:r>
              <a:rPr lang="en-US" altLang="en-US" sz="1000" b="1" dirty="0">
                <a:solidFill>
                  <a:srgbClr val="000000"/>
                </a:solidFill>
                <a:latin typeface="+mn-lt"/>
              </a:rPr>
              <a:t>. Strategic Insights and Opportunities</a:t>
            </a:r>
          </a:p>
          <a:p>
            <a:pPr marL="171450" indent="-171450" eaLnBrk="0" fontAlgn="base" hangingPunct="0">
              <a:lnSpc>
                <a:spcPct val="110000"/>
              </a:lnSpc>
              <a:spcAft>
                <a:spcPct val="0"/>
              </a:spcAft>
              <a:buFont typeface="Arial" panose="020B0604020202020204" pitchFamily="34" charset="0"/>
              <a:buChar char="•"/>
            </a:pPr>
            <a:r>
              <a:rPr lang="en-US" altLang="en-US" sz="1000" b="1" dirty="0">
                <a:solidFill>
                  <a:srgbClr val="000000"/>
                </a:solidFill>
                <a:latin typeface="+mn-lt"/>
              </a:rPr>
              <a:t>Content Optimization</a:t>
            </a:r>
            <a:r>
              <a:rPr lang="en-US" altLang="en-US" sz="1100" b="1" dirty="0">
                <a:solidFill>
                  <a:srgbClr val="000000"/>
                </a:solidFill>
                <a:latin typeface="+mn-lt"/>
              </a:rPr>
              <a:t>:</a:t>
            </a:r>
            <a:r>
              <a:rPr lang="en-US" altLang="en-US" sz="1100" dirty="0">
                <a:solidFill>
                  <a:srgbClr val="000000"/>
                </a:solidFill>
                <a:latin typeface="+mn-lt"/>
              </a:rPr>
              <a:t> </a:t>
            </a:r>
            <a:r>
              <a:rPr lang="en-US" altLang="en-US" sz="1000" dirty="0">
                <a:latin typeface="+mn-lt"/>
              </a:rPr>
              <a:t>Prioritize live sports broadcasting while expanding youth-focused entertainment to maintain engagement beyond major events.</a:t>
            </a:r>
          </a:p>
          <a:p>
            <a:pPr marL="171450" lvl="0" indent="-171450" eaLnBrk="0" fontAlgn="base" hangingPunct="0">
              <a:lnSpc>
                <a:spcPct val="100000"/>
              </a:lnSpc>
              <a:spcAft>
                <a:spcPct val="0"/>
              </a:spcAft>
              <a:buFont typeface="Arial" panose="020B0604020202020204" pitchFamily="34" charset="0"/>
              <a:buChar char="•"/>
            </a:pPr>
            <a:r>
              <a:rPr lang="en-US" altLang="en-US" sz="1000" b="1" dirty="0">
                <a:solidFill>
                  <a:srgbClr val="000000"/>
                </a:solidFill>
                <a:latin typeface="+mn-lt"/>
              </a:rPr>
              <a:t>Audience Diversification</a:t>
            </a:r>
            <a:r>
              <a:rPr lang="en-US" altLang="en-US" sz="1100" b="1" dirty="0">
                <a:solidFill>
                  <a:srgbClr val="000000"/>
                </a:solidFill>
                <a:latin typeface="+mn-lt"/>
              </a:rPr>
              <a:t>:</a:t>
            </a:r>
            <a:r>
              <a:rPr lang="en-US" altLang="en-US" sz="1100" dirty="0">
                <a:solidFill>
                  <a:srgbClr val="000000"/>
                </a:solidFill>
                <a:latin typeface="+mn-lt"/>
              </a:rPr>
              <a:t> </a:t>
            </a:r>
            <a:r>
              <a:rPr lang="en-US" altLang="en-US" sz="1000" dirty="0">
                <a:latin typeface="+mn-lt"/>
              </a:rPr>
              <a:t>Develop targeted strategies to increase female viewership, particularly within entertainment and educational content segments.</a:t>
            </a:r>
          </a:p>
          <a:p>
            <a:pPr lvl="0" eaLnBrk="0" fontAlgn="base" hangingPunct="0">
              <a:lnSpc>
                <a:spcPct val="100000"/>
              </a:lnSpc>
              <a:spcAft>
                <a:spcPct val="0"/>
              </a:spcAft>
            </a:pPr>
            <a:br>
              <a:rPr lang="en-US" altLang="en-US" sz="1000" dirty="0">
                <a:latin typeface="+mn-lt"/>
              </a:rPr>
            </a:br>
            <a:endParaRPr lang="en-US" altLang="en-US" sz="1000" dirty="0">
              <a:latin typeface="+mn-lt"/>
            </a:endParaRPr>
          </a:p>
          <a:p>
            <a:endParaRPr lang="en-US" sz="1000" b="1" dirty="0">
              <a:latin typeface="+mn-lt"/>
            </a:endParaRPr>
          </a:p>
        </p:txBody>
      </p:sp>
      <p:sp>
        <p:nvSpPr>
          <p:cNvPr id="16" name="Rounded Rectangle 15">
            <a:extLst>
              <a:ext uri="{FF2B5EF4-FFF2-40B4-BE49-F238E27FC236}">
                <a16:creationId xmlns:a16="http://schemas.microsoft.com/office/drawing/2014/main" id="{37465AF7-6A65-BB0D-A470-7C0A889A744C}"/>
              </a:ext>
            </a:extLst>
          </p:cNvPr>
          <p:cNvSpPr/>
          <p:nvPr/>
        </p:nvSpPr>
        <p:spPr>
          <a:xfrm>
            <a:off x="8213124" y="123568"/>
            <a:ext cx="930876" cy="576648"/>
          </a:xfrm>
          <a:prstGeom prst="roundRect">
            <a:avLst/>
          </a:prstGeom>
          <a:solidFill>
            <a:schemeClr val="accent5"/>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7" name="Oval 16">
            <a:extLst>
              <a:ext uri="{FF2B5EF4-FFF2-40B4-BE49-F238E27FC236}">
                <a16:creationId xmlns:a16="http://schemas.microsoft.com/office/drawing/2014/main" id="{9A9B59C2-6358-D583-C6A4-08C3CF9F669D}"/>
              </a:ext>
            </a:extLst>
          </p:cNvPr>
          <p:cNvSpPr/>
          <p:nvPr/>
        </p:nvSpPr>
        <p:spPr>
          <a:xfrm>
            <a:off x="7900087" y="366419"/>
            <a:ext cx="378940" cy="397231"/>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8" name="Teardrop 17">
            <a:extLst>
              <a:ext uri="{FF2B5EF4-FFF2-40B4-BE49-F238E27FC236}">
                <a16:creationId xmlns:a16="http://schemas.microsoft.com/office/drawing/2014/main" id="{61A290C4-D6BB-C686-4C7F-212F685C3E8F}"/>
              </a:ext>
            </a:extLst>
          </p:cNvPr>
          <p:cNvSpPr/>
          <p:nvPr/>
        </p:nvSpPr>
        <p:spPr>
          <a:xfrm>
            <a:off x="8003059" y="-37234"/>
            <a:ext cx="589005" cy="737450"/>
          </a:xfrm>
          <a:prstGeom prst="teardrop">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9">
            <a:extLst>
              <a:ext uri="{FF2B5EF4-FFF2-40B4-BE49-F238E27FC236}">
                <a16:creationId xmlns:a16="http://schemas.microsoft.com/office/drawing/2014/main" id="{E0C426E6-BFBA-AD05-A38B-99F6DC915E10}"/>
              </a:ext>
            </a:extLst>
          </p:cNvPr>
          <p:cNvSpPr/>
          <p:nvPr/>
        </p:nvSpPr>
        <p:spPr>
          <a:xfrm>
            <a:off x="0" y="4366054"/>
            <a:ext cx="1243914" cy="77744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Multimedia Software Pitch Deck by Slidesgo">
  <a:themeElements>
    <a:clrScheme name="Simple Light">
      <a:dk1>
        <a:srgbClr val="35363B"/>
      </a:dk1>
      <a:lt1>
        <a:srgbClr val="F3F3F3"/>
      </a:lt1>
      <a:dk2>
        <a:srgbClr val="D9DDE3"/>
      </a:dk2>
      <a:lt2>
        <a:srgbClr val="BA0034"/>
      </a:lt2>
      <a:accent1>
        <a:srgbClr val="F8B85E"/>
      </a:accent1>
      <a:accent2>
        <a:srgbClr val="34909D"/>
      </a:accent2>
      <a:accent3>
        <a:srgbClr val="55C0ED"/>
      </a:accent3>
      <a:accent4>
        <a:srgbClr val="6F7082"/>
      </a:accent4>
      <a:accent5>
        <a:srgbClr val="CED0D6"/>
      </a:accent5>
      <a:accent6>
        <a:srgbClr val="42444F"/>
      </a:accent6>
      <a:hlink>
        <a:srgbClr val="35363B"/>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332</TotalTime>
  <Words>1329</Words>
  <Application>Microsoft Macintosh PowerPoint</Application>
  <PresentationFormat>On-screen Show (16:9)</PresentationFormat>
  <Paragraphs>133</Paragraphs>
  <Slides>19</Slides>
  <Notes>4</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19</vt:i4>
      </vt:variant>
    </vt:vector>
  </HeadingPairs>
  <TitlesOfParts>
    <vt:vector size="31" baseType="lpstr">
      <vt:lpstr>Aptos</vt:lpstr>
      <vt:lpstr>Arial</vt:lpstr>
      <vt:lpstr>Calibri</vt:lpstr>
      <vt:lpstr>Epilogue</vt:lpstr>
      <vt:lpstr>Lato</vt:lpstr>
      <vt:lpstr>Open Sans</vt:lpstr>
      <vt:lpstr>OpenSymbol</vt:lpstr>
      <vt:lpstr>Roboto</vt:lpstr>
      <vt:lpstr>Symbol</vt:lpstr>
      <vt:lpstr>Wingdings</vt:lpstr>
      <vt:lpstr>Multimedia Software Pitch Deck by Slidesgo</vt:lpstr>
      <vt:lpstr>Slidesgo Final Pages</vt:lpstr>
      <vt:lpstr>Bright Tv Analysis </vt:lpstr>
      <vt:lpstr>Content</vt:lpstr>
      <vt:lpstr>Introduction</vt:lpstr>
      <vt:lpstr>PowerPoint Presentation</vt:lpstr>
      <vt:lpstr>PowerPoint Presentation</vt:lpstr>
      <vt:lpstr>Monthly Viewer Trends</vt:lpstr>
      <vt:lpstr>Monthly Viewer Trends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Musiiwa Thandabantu</cp:lastModifiedBy>
  <cp:revision>4</cp:revision>
  <dcterms:modified xsi:type="dcterms:W3CDTF">2026-04-23T10:27:03Z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2026-04-15T10:18:14Z</dcterms:created>
  <dc:creator>Unknown Creator</dc:creator>
  <dc:description/>
  <dc:language>en-US</dc:language>
  <cp:lastModifiedBy>Unknown Creator</cp:lastModifiedBy>
  <dcterms:modified xsi:type="dcterms:W3CDTF">2026-04-15T10:18:14Z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